
<file path=[Content_Types].xml><?xml version="1.0" encoding="utf-8"?>
<Types xmlns="http://schemas.openxmlformats.org/package/2006/content-types">
  <Default Extension="png" ContentType="image/png"/>
  <Default Extension="gif" ContentType="image/gi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60" r:id="rId6"/>
    <p:sldId id="261" r:id="rId7"/>
    <p:sldId id="262" r:id="rId8"/>
    <p:sldId id="264" r:id="rId9"/>
    <p:sldId id="265" r:id="rId10"/>
    <p:sldId id="266" r:id="rId11"/>
    <p:sldId id="267" r:id="rId12"/>
    <p:sldId id="263" r:id="rId13"/>
    <p:sldId id="269" r:id="rId14"/>
    <p:sldId id="271" r:id="rId15"/>
    <p:sldId id="258" r:id="rId16"/>
    <p:sldId id="259" r:id="rId17"/>
  </p:sldIdLst>
  <p:sldSz cx="9144000" cy="6858000" type="screen4x3"/>
  <p:notesSz cx="6858000" cy="9144000"/>
  <p:embeddedFontLst>
    <p:embeddedFont>
      <p:font typeface="Calibri" panose="020F0502020204030204"/>
      <p:regular r:id="rId21"/>
    </p:embeddedFont>
    <p:embeddedFont>
      <p:font typeface="Libre Baskerville" panose="02000000000000000000"/>
      <p:regular r:id="rId22"/>
      <p:bold r:id="rId23"/>
      <p:italic r:id="rId24"/>
    </p:embeddedFont>
    <p:embeddedFont>
      <p:font typeface="Calibri" panose="020F0502020204030204" pitchFamily="3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2875" userDrawn="1">
          <p15:clr>
            <a:srgbClr val="A4A3A4"/>
          </p15:clr>
        </p15:guide>
        <p15:guide id="3" orient="horz" pos="0" userDrawn="1">
          <p15:clr>
            <a:srgbClr val="A4A3A4"/>
          </p15:clr>
        </p15:guide>
        <p15:guide id="4" pos="57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FE9A410-3C7E-45CF-B99F-7443693FEE4E}" styleName="Table_0">
    <a:wholeTbl>
      <a:tcTxStyle>
        <a:font>
          <a:latin typeface="Perpetua"/>
          <a:ea typeface="Perpetua"/>
          <a:cs typeface="Perpetua"/>
        </a:font>
        <a:schemeClr val="dk1"/>
      </a:tcTxStyle>
      <a:tcStyle>
        <a:tcBdr>
          <a:left>
            <a:ln w="12700" cap="flat" cmpd="sng">
              <a:solidFill>
                <a:schemeClr val="accent1"/>
              </a:solidFill>
              <a:prstDash val="solid"/>
              <a:round/>
              <a:headEnd type="none" w="sm" len="sm"/>
              <a:tailEnd type="none" w="sm" len="sm"/>
            </a:ln>
          </a:left>
          <a:right>
            <a:ln w="12700" cap="flat" cmpd="sng">
              <a:solidFill>
                <a:schemeClr val="accent1"/>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12700" cap="flat" cmpd="sng">
              <a:solidFill>
                <a:schemeClr val="accent1"/>
              </a:solidFill>
              <a:prstDash val="solid"/>
              <a:round/>
              <a:headEnd type="none" w="sm" len="sm"/>
              <a:tailEnd type="none" w="sm" len="sm"/>
            </a:ln>
          </a:insideH>
          <a:insideV>
            <a:ln w="12700" cap="flat" cmpd="sng">
              <a:solidFill>
                <a:schemeClr val="accent1"/>
              </a:solidFill>
              <a:prstDash val="solid"/>
              <a:round/>
              <a:headEnd type="none" w="sm" len="sm"/>
              <a:tailEnd type="none" w="sm" len="sm"/>
            </a:ln>
          </a:insideV>
        </a:tcBdr>
        <a:fill>
          <a:solidFill>
            <a:srgbClr val="FFFFFF">
              <a:alpha val="0"/>
            </a:srgbClr>
          </a:solid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band2V>
      <a:tcStyle>
        <a:tcBdr/>
      </a:tcStyle>
    </a:band2V>
    <a:lastCol>
      <a:tcTxStyle b="on"/>
      <a:tcStyle>
        <a:tcBdr/>
      </a:tcStyle>
    </a:lastCol>
    <a:firstCol>
      <a:tcTxStyle b="on"/>
      <a:tcStyle>
        <a:tcBdr/>
      </a:tcStyle>
    </a:firstCol>
    <a:lastRow>
      <a:tcTxStyle b="on"/>
      <a:tcStyle>
        <a:tcBdr>
          <a:top>
            <a:ln w="50800" cap="flat" cmpd="sng">
              <a:solidFill>
                <a:schemeClr val="accent1"/>
              </a:solidFill>
              <a:prstDash val="solid"/>
              <a:round/>
              <a:headEnd type="none" w="sm" len="sm"/>
              <a:tailEnd type="none" w="sm" len="sm"/>
            </a:ln>
          </a:top>
        </a:tcBdr>
        <a:fill>
          <a:solidFill>
            <a:srgbClr val="FFFFFF">
              <a:alpha val="0"/>
            </a:srgbClr>
          </a:solidFill>
        </a:fill>
      </a:tcStyle>
    </a:lastRow>
    <a:seCell>
      <a:tcStyle>
        <a:tcBdr/>
      </a:tcStyle>
    </a:seCell>
    <a:swCell>
      <a:tcStyle>
        <a:tcBdr/>
      </a:tcStyle>
    </a:swCell>
    <a:firstRow>
      <a:tcTxStyle b="on"/>
      <a:tcStyle>
        <a:tcBdr>
          <a:bottom>
            <a:ln w="25400" cap="flat" cmpd="sng">
              <a:solidFill>
                <a:schemeClr val="accent1"/>
              </a:solidFill>
              <a:prstDash val="solid"/>
              <a:round/>
              <a:headEnd type="none" w="sm" len="sm"/>
              <a:tailEnd type="none" w="sm" len="sm"/>
            </a:ln>
          </a:bottom>
        </a:tcBdr>
        <a:fill>
          <a:solidFill>
            <a:srgbClr val="FFFFFF">
              <a:alpha val="0"/>
            </a:srgbClr>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p:scale>
          <a:sx n="75" d="100"/>
          <a:sy n="75" d="100"/>
        </p:scale>
        <p:origin x="-1666" y="-235"/>
      </p:cViewPr>
      <p:guideLst>
        <p:guide orient="horz" pos="2160"/>
        <p:guide pos="2875"/>
        <p:guide orient="horz"/>
        <p:guide pos="575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SzPts val="1400"/>
              <a:buNone/>
            </a:pPr>
          </a:p>
        </p:txBody>
      </p:sp>
      <p:sp>
        <p:nvSpPr>
          <p:cNvPr id="101" name="Google Shape;101;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SzPts val="1400"/>
              <a:buNone/>
            </a:pPr>
          </a:p>
        </p:txBody>
      </p:sp>
      <p:sp>
        <p:nvSpPr>
          <p:cNvPr id="101" name="Google Shape;101;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SzPts val="1400"/>
              <a:buNone/>
            </a:pPr>
          </a:p>
        </p:txBody>
      </p:sp>
      <p:sp>
        <p:nvSpPr>
          <p:cNvPr id="101" name="Google Shape;101;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SzPts val="1400"/>
              <a:buNone/>
            </a:pPr>
          </a:p>
        </p:txBody>
      </p:sp>
      <p:sp>
        <p:nvSpPr>
          <p:cNvPr id="101" name="Google Shape;101;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SzPts val="1400"/>
              <a:buNone/>
            </a:pPr>
          </a:p>
        </p:txBody>
      </p:sp>
      <p:sp>
        <p:nvSpPr>
          <p:cNvPr id="101" name="Google Shape;101;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SzPts val="1400"/>
              <a:buNone/>
            </a:pPr>
          </a:p>
        </p:txBody>
      </p:sp>
      <p:sp>
        <p:nvSpPr>
          <p:cNvPr id="101" name="Google Shape;101;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SzPts val="1400"/>
              <a:buNone/>
            </a:pPr>
          </a:p>
        </p:txBody>
      </p:sp>
      <p:sp>
        <p:nvSpPr>
          <p:cNvPr id="101" name="Google Shape;101;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SzPts val="1400"/>
              <a:buNone/>
            </a:pPr>
          </a:p>
        </p:txBody>
      </p:sp>
      <p:sp>
        <p:nvSpPr>
          <p:cNvPr id="101" name="Google Shape;101;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SzPts val="1400"/>
              <a:buNone/>
            </a:pPr>
          </a:p>
        </p:txBody>
      </p:sp>
      <p:sp>
        <p:nvSpPr>
          <p:cNvPr id="101" name="Google Shape;101;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SzPts val="1400"/>
              <a:buNone/>
            </a:pPr>
          </a:p>
        </p:txBody>
      </p:sp>
      <p:sp>
        <p:nvSpPr>
          <p:cNvPr id="101" name="Google Shape;101;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8"/>
        <p:cNvGrpSpPr/>
        <p:nvPr/>
      </p:nvGrpSpPr>
      <p:grpSpPr>
        <a:xfrm>
          <a:off x="0" y="0"/>
          <a:ext cx="0" cy="0"/>
          <a:chOff x="0" y="0"/>
          <a:chExt cx="0" cy="0"/>
        </a:xfrm>
      </p:grpSpPr>
      <p:sp>
        <p:nvSpPr>
          <p:cNvPr id="109" name="Google Shape;109;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0" name="Google Shape;110;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8"/>
        <p:cNvGrpSpPr/>
        <p:nvPr/>
      </p:nvGrpSpPr>
      <p:grpSpPr>
        <a:xfrm>
          <a:off x="0" y="0"/>
          <a:ext cx="0" cy="0"/>
          <a:chOff x="0" y="0"/>
          <a:chExt cx="0" cy="0"/>
        </a:xfrm>
      </p:grpSpPr>
      <p:sp>
        <p:nvSpPr>
          <p:cNvPr id="109" name="Google Shape;109;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0" name="Google Shape;110;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7"/>
        <p:cNvGrpSpPr/>
        <p:nvPr/>
      </p:nvGrpSpPr>
      <p:grpSpPr>
        <a:xfrm>
          <a:off x="0" y="0"/>
          <a:ext cx="0" cy="0"/>
          <a:chOff x="0" y="0"/>
          <a:chExt cx="0" cy="0"/>
        </a:xfrm>
      </p:grpSpPr>
      <p:sp>
        <p:nvSpPr>
          <p:cNvPr id="118" name="Google Shape;118;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9" name="Google Shape;119;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5"/>
        <p:cNvGrpSpPr/>
        <p:nvPr/>
      </p:nvGrpSpPr>
      <p:grpSpPr>
        <a:xfrm>
          <a:off x="0" y="0"/>
          <a:ext cx="0" cy="0"/>
          <a:chOff x="0" y="0"/>
          <a:chExt cx="0" cy="0"/>
        </a:xfrm>
      </p:grpSpPr>
      <p:sp>
        <p:nvSpPr>
          <p:cNvPr id="16" name="Google Shape;16;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18" name="Google Shape;18;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ctr">
              <a:lnSpc>
                <a:spcPct val="100000"/>
              </a:lnSpc>
              <a:spcBef>
                <a:spcPts val="0"/>
              </a:spcBef>
              <a:spcAft>
                <a:spcPts val="0"/>
              </a:spcAft>
              <a:buSzPts val="1200"/>
              <a:buNone/>
              <a:defRPr/>
            </a:lvl1pPr>
            <a:lvl2pPr marL="0" lvl="1" indent="0" algn="ctr">
              <a:lnSpc>
                <a:spcPct val="100000"/>
              </a:lnSpc>
              <a:spcBef>
                <a:spcPts val="0"/>
              </a:spcBef>
              <a:spcAft>
                <a:spcPts val="0"/>
              </a:spcAft>
              <a:buSzPts val="1200"/>
              <a:buNone/>
              <a:defRPr/>
            </a:lvl2pPr>
            <a:lvl3pPr marL="0" lvl="2" indent="0" algn="ctr">
              <a:lnSpc>
                <a:spcPct val="100000"/>
              </a:lnSpc>
              <a:spcBef>
                <a:spcPts val="0"/>
              </a:spcBef>
              <a:spcAft>
                <a:spcPts val="0"/>
              </a:spcAft>
              <a:buSzPts val="1200"/>
              <a:buNone/>
              <a:defRPr/>
            </a:lvl3pPr>
            <a:lvl4pPr marL="0" lvl="3" indent="0" algn="ctr">
              <a:lnSpc>
                <a:spcPct val="100000"/>
              </a:lnSpc>
              <a:spcBef>
                <a:spcPts val="0"/>
              </a:spcBef>
              <a:spcAft>
                <a:spcPts val="0"/>
              </a:spcAft>
              <a:buSzPts val="1200"/>
              <a:buNone/>
              <a:defRPr/>
            </a:lvl4pPr>
            <a:lvl5pPr marL="0" lvl="4" indent="0" algn="ctr">
              <a:lnSpc>
                <a:spcPct val="100000"/>
              </a:lnSpc>
              <a:spcBef>
                <a:spcPts val="0"/>
              </a:spcBef>
              <a:spcAft>
                <a:spcPts val="0"/>
              </a:spcAft>
              <a:buSzPts val="1200"/>
              <a:buNone/>
              <a:defRPr/>
            </a:lvl5pPr>
            <a:lvl6pPr marL="0" lvl="5" indent="0" algn="ctr">
              <a:lnSpc>
                <a:spcPct val="100000"/>
              </a:lnSpc>
              <a:spcBef>
                <a:spcPts val="0"/>
              </a:spcBef>
              <a:spcAft>
                <a:spcPts val="0"/>
              </a:spcAft>
              <a:buSzPts val="1200"/>
              <a:buNone/>
              <a:defRPr/>
            </a:lvl6pPr>
            <a:lvl7pPr marL="0" lvl="6" indent="0" algn="ctr">
              <a:lnSpc>
                <a:spcPct val="100000"/>
              </a:lnSpc>
              <a:spcBef>
                <a:spcPts val="0"/>
              </a:spcBef>
              <a:spcAft>
                <a:spcPts val="0"/>
              </a:spcAft>
              <a:buSzPts val="1200"/>
              <a:buNone/>
              <a:defRPr/>
            </a:lvl7pPr>
            <a:lvl8pPr marL="0" lvl="7" indent="0" algn="ctr">
              <a:lnSpc>
                <a:spcPct val="100000"/>
              </a:lnSpc>
              <a:spcBef>
                <a:spcPts val="0"/>
              </a:spcBef>
              <a:spcAft>
                <a:spcPts val="0"/>
              </a:spcAft>
              <a:buSzPts val="1200"/>
              <a:buNone/>
              <a:defRPr/>
            </a:lvl8pPr>
            <a:lvl9pPr marL="0" lvl="8" indent="0" algn="ctr">
              <a:lnSpc>
                <a:spcPct val="100000"/>
              </a:lnSpc>
              <a:spcBef>
                <a:spcPts val="0"/>
              </a:spcBef>
              <a:spcAft>
                <a:spcPts val="0"/>
              </a:spcAft>
              <a:buSzPts val="1200"/>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7"/>
        <p:cNvGrpSpPr/>
        <p:nvPr/>
      </p:nvGrpSpPr>
      <p:grpSpPr>
        <a:xfrm>
          <a:off x="0" y="0"/>
          <a:ext cx="0" cy="0"/>
          <a:chOff x="0" y="0"/>
          <a:chExt cx="0" cy="0"/>
        </a:xfrm>
      </p:grpSpPr>
      <p:sp>
        <p:nvSpPr>
          <p:cNvPr id="28" name="Google Shape;28;p3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ctr">
              <a:lnSpc>
                <a:spcPct val="100000"/>
              </a:lnSpc>
              <a:spcBef>
                <a:spcPts val="0"/>
              </a:spcBef>
              <a:spcAft>
                <a:spcPts val="0"/>
              </a:spcAft>
              <a:buSzPts val="1200"/>
              <a:buNone/>
              <a:defRPr/>
            </a:lvl1pPr>
            <a:lvl2pPr marL="0" lvl="1" indent="0" algn="ctr">
              <a:lnSpc>
                <a:spcPct val="100000"/>
              </a:lnSpc>
              <a:spcBef>
                <a:spcPts val="0"/>
              </a:spcBef>
              <a:spcAft>
                <a:spcPts val="0"/>
              </a:spcAft>
              <a:buSzPts val="1200"/>
              <a:buNone/>
              <a:defRPr/>
            </a:lvl2pPr>
            <a:lvl3pPr marL="0" lvl="2" indent="0" algn="ctr">
              <a:lnSpc>
                <a:spcPct val="100000"/>
              </a:lnSpc>
              <a:spcBef>
                <a:spcPts val="0"/>
              </a:spcBef>
              <a:spcAft>
                <a:spcPts val="0"/>
              </a:spcAft>
              <a:buSzPts val="1200"/>
              <a:buNone/>
              <a:defRPr/>
            </a:lvl3pPr>
            <a:lvl4pPr marL="0" lvl="3" indent="0" algn="ctr">
              <a:lnSpc>
                <a:spcPct val="100000"/>
              </a:lnSpc>
              <a:spcBef>
                <a:spcPts val="0"/>
              </a:spcBef>
              <a:spcAft>
                <a:spcPts val="0"/>
              </a:spcAft>
              <a:buSzPts val="1200"/>
              <a:buNone/>
              <a:defRPr/>
            </a:lvl4pPr>
            <a:lvl5pPr marL="0" lvl="4" indent="0" algn="ctr">
              <a:lnSpc>
                <a:spcPct val="100000"/>
              </a:lnSpc>
              <a:spcBef>
                <a:spcPts val="0"/>
              </a:spcBef>
              <a:spcAft>
                <a:spcPts val="0"/>
              </a:spcAft>
              <a:buSzPts val="1200"/>
              <a:buNone/>
              <a:defRPr/>
            </a:lvl5pPr>
            <a:lvl6pPr marL="0" lvl="5" indent="0" algn="ctr">
              <a:lnSpc>
                <a:spcPct val="100000"/>
              </a:lnSpc>
              <a:spcBef>
                <a:spcPts val="0"/>
              </a:spcBef>
              <a:spcAft>
                <a:spcPts val="0"/>
              </a:spcAft>
              <a:buSzPts val="1200"/>
              <a:buNone/>
              <a:defRPr/>
            </a:lvl6pPr>
            <a:lvl7pPr marL="0" lvl="6" indent="0" algn="ctr">
              <a:lnSpc>
                <a:spcPct val="100000"/>
              </a:lnSpc>
              <a:spcBef>
                <a:spcPts val="0"/>
              </a:spcBef>
              <a:spcAft>
                <a:spcPts val="0"/>
              </a:spcAft>
              <a:buSzPts val="1200"/>
              <a:buNone/>
              <a:defRPr/>
            </a:lvl7pPr>
            <a:lvl8pPr marL="0" lvl="7" indent="0" algn="ctr">
              <a:lnSpc>
                <a:spcPct val="100000"/>
              </a:lnSpc>
              <a:spcBef>
                <a:spcPts val="0"/>
              </a:spcBef>
              <a:spcAft>
                <a:spcPts val="0"/>
              </a:spcAft>
              <a:buSzPts val="1200"/>
              <a:buNone/>
              <a:defRPr/>
            </a:lvl8pPr>
            <a:lvl9pPr marL="0" lvl="8" indent="0" algn="ctr">
              <a:lnSpc>
                <a:spcPct val="100000"/>
              </a:lnSpc>
              <a:spcBef>
                <a:spcPts val="0"/>
              </a:spcBef>
              <a:spcAft>
                <a:spcPts val="0"/>
              </a:spcAft>
              <a:buSzPts val="1200"/>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3"/>
        <p:cNvGrpSpPr/>
        <p:nvPr/>
      </p:nvGrpSpPr>
      <p:grpSpPr>
        <a:xfrm>
          <a:off x="0" y="0"/>
          <a:ext cx="0" cy="0"/>
          <a:chOff x="0" y="0"/>
          <a:chExt cx="0" cy="0"/>
        </a:xfrm>
      </p:grpSpPr>
      <p:sp>
        <p:nvSpPr>
          <p:cNvPr id="34" name="Google Shape;34;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3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ctr">
              <a:lnSpc>
                <a:spcPct val="100000"/>
              </a:lnSpc>
              <a:spcBef>
                <a:spcPts val="0"/>
              </a:spcBef>
              <a:spcAft>
                <a:spcPts val="0"/>
              </a:spcAft>
              <a:buSzPts val="1200"/>
              <a:buNone/>
              <a:defRPr/>
            </a:lvl1pPr>
            <a:lvl2pPr marL="0" lvl="1" indent="0" algn="ctr">
              <a:lnSpc>
                <a:spcPct val="100000"/>
              </a:lnSpc>
              <a:spcBef>
                <a:spcPts val="0"/>
              </a:spcBef>
              <a:spcAft>
                <a:spcPts val="0"/>
              </a:spcAft>
              <a:buSzPts val="1200"/>
              <a:buNone/>
              <a:defRPr/>
            </a:lvl2pPr>
            <a:lvl3pPr marL="0" lvl="2" indent="0" algn="ctr">
              <a:lnSpc>
                <a:spcPct val="100000"/>
              </a:lnSpc>
              <a:spcBef>
                <a:spcPts val="0"/>
              </a:spcBef>
              <a:spcAft>
                <a:spcPts val="0"/>
              </a:spcAft>
              <a:buSzPts val="1200"/>
              <a:buNone/>
              <a:defRPr/>
            </a:lvl3pPr>
            <a:lvl4pPr marL="0" lvl="3" indent="0" algn="ctr">
              <a:lnSpc>
                <a:spcPct val="100000"/>
              </a:lnSpc>
              <a:spcBef>
                <a:spcPts val="0"/>
              </a:spcBef>
              <a:spcAft>
                <a:spcPts val="0"/>
              </a:spcAft>
              <a:buSzPts val="1200"/>
              <a:buNone/>
              <a:defRPr/>
            </a:lvl4pPr>
            <a:lvl5pPr marL="0" lvl="4" indent="0" algn="ctr">
              <a:lnSpc>
                <a:spcPct val="100000"/>
              </a:lnSpc>
              <a:spcBef>
                <a:spcPts val="0"/>
              </a:spcBef>
              <a:spcAft>
                <a:spcPts val="0"/>
              </a:spcAft>
              <a:buSzPts val="1200"/>
              <a:buNone/>
              <a:defRPr/>
            </a:lvl5pPr>
            <a:lvl6pPr marL="0" lvl="5" indent="0" algn="ctr">
              <a:lnSpc>
                <a:spcPct val="100000"/>
              </a:lnSpc>
              <a:spcBef>
                <a:spcPts val="0"/>
              </a:spcBef>
              <a:spcAft>
                <a:spcPts val="0"/>
              </a:spcAft>
              <a:buSzPts val="1200"/>
              <a:buNone/>
              <a:defRPr/>
            </a:lvl6pPr>
            <a:lvl7pPr marL="0" lvl="6" indent="0" algn="ctr">
              <a:lnSpc>
                <a:spcPct val="100000"/>
              </a:lnSpc>
              <a:spcBef>
                <a:spcPts val="0"/>
              </a:spcBef>
              <a:spcAft>
                <a:spcPts val="0"/>
              </a:spcAft>
              <a:buSzPts val="1200"/>
              <a:buNone/>
              <a:defRPr/>
            </a:lvl7pPr>
            <a:lvl8pPr marL="0" lvl="7" indent="0" algn="ctr">
              <a:lnSpc>
                <a:spcPct val="100000"/>
              </a:lnSpc>
              <a:spcBef>
                <a:spcPts val="0"/>
              </a:spcBef>
              <a:spcAft>
                <a:spcPts val="0"/>
              </a:spcAft>
              <a:buSzPts val="1200"/>
              <a:buNone/>
              <a:defRPr/>
            </a:lvl8pPr>
            <a:lvl9pPr marL="0" lvl="8" indent="0" algn="ctr">
              <a:lnSpc>
                <a:spcPct val="100000"/>
              </a:lnSpc>
              <a:spcBef>
                <a:spcPts val="0"/>
              </a:spcBef>
              <a:spcAft>
                <a:spcPts val="0"/>
              </a:spcAft>
              <a:buSzPts val="1200"/>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0"/>
        <p:cNvGrpSpPr/>
        <p:nvPr/>
      </p:nvGrpSpPr>
      <p:grpSpPr>
        <a:xfrm>
          <a:off x="0" y="0"/>
          <a:ext cx="0" cy="0"/>
          <a:chOff x="0" y="0"/>
          <a:chExt cx="0" cy="0"/>
        </a:xfrm>
      </p:grpSpPr>
      <p:sp>
        <p:nvSpPr>
          <p:cNvPr id="41" name="Google Shape;41;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3" name="Google Shape;43;p3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4" name="Google Shape;44;p3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3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ctr">
              <a:lnSpc>
                <a:spcPct val="100000"/>
              </a:lnSpc>
              <a:spcBef>
                <a:spcPts val="0"/>
              </a:spcBef>
              <a:spcAft>
                <a:spcPts val="0"/>
              </a:spcAft>
              <a:buSzPts val="1200"/>
              <a:buNone/>
              <a:defRPr/>
            </a:lvl1pPr>
            <a:lvl2pPr marL="0" lvl="1" indent="0" algn="ctr">
              <a:lnSpc>
                <a:spcPct val="100000"/>
              </a:lnSpc>
              <a:spcBef>
                <a:spcPts val="0"/>
              </a:spcBef>
              <a:spcAft>
                <a:spcPts val="0"/>
              </a:spcAft>
              <a:buSzPts val="1200"/>
              <a:buNone/>
              <a:defRPr/>
            </a:lvl2pPr>
            <a:lvl3pPr marL="0" lvl="2" indent="0" algn="ctr">
              <a:lnSpc>
                <a:spcPct val="100000"/>
              </a:lnSpc>
              <a:spcBef>
                <a:spcPts val="0"/>
              </a:spcBef>
              <a:spcAft>
                <a:spcPts val="0"/>
              </a:spcAft>
              <a:buSzPts val="1200"/>
              <a:buNone/>
              <a:defRPr/>
            </a:lvl3pPr>
            <a:lvl4pPr marL="0" lvl="3" indent="0" algn="ctr">
              <a:lnSpc>
                <a:spcPct val="100000"/>
              </a:lnSpc>
              <a:spcBef>
                <a:spcPts val="0"/>
              </a:spcBef>
              <a:spcAft>
                <a:spcPts val="0"/>
              </a:spcAft>
              <a:buSzPts val="1200"/>
              <a:buNone/>
              <a:defRPr/>
            </a:lvl4pPr>
            <a:lvl5pPr marL="0" lvl="4" indent="0" algn="ctr">
              <a:lnSpc>
                <a:spcPct val="100000"/>
              </a:lnSpc>
              <a:spcBef>
                <a:spcPts val="0"/>
              </a:spcBef>
              <a:spcAft>
                <a:spcPts val="0"/>
              </a:spcAft>
              <a:buSzPts val="1200"/>
              <a:buNone/>
              <a:defRPr/>
            </a:lvl5pPr>
            <a:lvl6pPr marL="0" lvl="5" indent="0" algn="ctr">
              <a:lnSpc>
                <a:spcPct val="100000"/>
              </a:lnSpc>
              <a:spcBef>
                <a:spcPts val="0"/>
              </a:spcBef>
              <a:spcAft>
                <a:spcPts val="0"/>
              </a:spcAft>
              <a:buSzPts val="1200"/>
              <a:buNone/>
              <a:defRPr/>
            </a:lvl6pPr>
            <a:lvl7pPr marL="0" lvl="6" indent="0" algn="ctr">
              <a:lnSpc>
                <a:spcPct val="100000"/>
              </a:lnSpc>
              <a:spcBef>
                <a:spcPts val="0"/>
              </a:spcBef>
              <a:spcAft>
                <a:spcPts val="0"/>
              </a:spcAft>
              <a:buSzPts val="1200"/>
              <a:buNone/>
              <a:defRPr/>
            </a:lvl7pPr>
            <a:lvl8pPr marL="0" lvl="7" indent="0" algn="ctr">
              <a:lnSpc>
                <a:spcPct val="100000"/>
              </a:lnSpc>
              <a:spcBef>
                <a:spcPts val="0"/>
              </a:spcBef>
              <a:spcAft>
                <a:spcPts val="0"/>
              </a:spcAft>
              <a:buSzPts val="1200"/>
              <a:buNone/>
              <a:defRPr/>
            </a:lvl8pPr>
            <a:lvl9pPr marL="0" lvl="8" indent="0" algn="ctr">
              <a:lnSpc>
                <a:spcPct val="100000"/>
              </a:lnSpc>
              <a:spcBef>
                <a:spcPts val="0"/>
              </a:spcBef>
              <a:spcAft>
                <a:spcPts val="0"/>
              </a:spcAft>
              <a:buSzPts val="1200"/>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9"/>
        <p:cNvGrpSpPr/>
        <p:nvPr/>
      </p:nvGrpSpPr>
      <p:grpSpPr>
        <a:xfrm>
          <a:off x="0" y="0"/>
          <a:ext cx="0" cy="0"/>
          <a:chOff x="0" y="0"/>
          <a:chExt cx="0" cy="0"/>
        </a:xfrm>
      </p:grpSpPr>
      <p:sp>
        <p:nvSpPr>
          <p:cNvPr id="50" name="Google Shape;50;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ctr">
              <a:lnSpc>
                <a:spcPct val="100000"/>
              </a:lnSpc>
              <a:spcBef>
                <a:spcPts val="0"/>
              </a:spcBef>
              <a:spcAft>
                <a:spcPts val="0"/>
              </a:spcAft>
              <a:buSzPts val="1200"/>
              <a:buNone/>
              <a:defRPr/>
            </a:lvl1pPr>
            <a:lvl2pPr marL="0" lvl="1" indent="0" algn="ctr">
              <a:lnSpc>
                <a:spcPct val="100000"/>
              </a:lnSpc>
              <a:spcBef>
                <a:spcPts val="0"/>
              </a:spcBef>
              <a:spcAft>
                <a:spcPts val="0"/>
              </a:spcAft>
              <a:buSzPts val="1200"/>
              <a:buNone/>
              <a:defRPr/>
            </a:lvl2pPr>
            <a:lvl3pPr marL="0" lvl="2" indent="0" algn="ctr">
              <a:lnSpc>
                <a:spcPct val="100000"/>
              </a:lnSpc>
              <a:spcBef>
                <a:spcPts val="0"/>
              </a:spcBef>
              <a:spcAft>
                <a:spcPts val="0"/>
              </a:spcAft>
              <a:buSzPts val="1200"/>
              <a:buNone/>
              <a:defRPr/>
            </a:lvl3pPr>
            <a:lvl4pPr marL="0" lvl="3" indent="0" algn="ctr">
              <a:lnSpc>
                <a:spcPct val="100000"/>
              </a:lnSpc>
              <a:spcBef>
                <a:spcPts val="0"/>
              </a:spcBef>
              <a:spcAft>
                <a:spcPts val="0"/>
              </a:spcAft>
              <a:buSzPts val="1200"/>
              <a:buNone/>
              <a:defRPr/>
            </a:lvl4pPr>
            <a:lvl5pPr marL="0" lvl="4" indent="0" algn="ctr">
              <a:lnSpc>
                <a:spcPct val="100000"/>
              </a:lnSpc>
              <a:spcBef>
                <a:spcPts val="0"/>
              </a:spcBef>
              <a:spcAft>
                <a:spcPts val="0"/>
              </a:spcAft>
              <a:buSzPts val="1200"/>
              <a:buNone/>
              <a:defRPr/>
            </a:lvl5pPr>
            <a:lvl6pPr marL="0" lvl="5" indent="0" algn="ctr">
              <a:lnSpc>
                <a:spcPct val="100000"/>
              </a:lnSpc>
              <a:spcBef>
                <a:spcPts val="0"/>
              </a:spcBef>
              <a:spcAft>
                <a:spcPts val="0"/>
              </a:spcAft>
              <a:buSzPts val="1200"/>
              <a:buNone/>
              <a:defRPr/>
            </a:lvl6pPr>
            <a:lvl7pPr marL="0" lvl="6" indent="0" algn="ctr">
              <a:lnSpc>
                <a:spcPct val="100000"/>
              </a:lnSpc>
              <a:spcBef>
                <a:spcPts val="0"/>
              </a:spcBef>
              <a:spcAft>
                <a:spcPts val="0"/>
              </a:spcAft>
              <a:buSzPts val="1200"/>
              <a:buNone/>
              <a:defRPr/>
            </a:lvl7pPr>
            <a:lvl8pPr marL="0" lvl="7" indent="0" algn="ctr">
              <a:lnSpc>
                <a:spcPct val="100000"/>
              </a:lnSpc>
              <a:spcBef>
                <a:spcPts val="0"/>
              </a:spcBef>
              <a:spcAft>
                <a:spcPts val="0"/>
              </a:spcAft>
              <a:buSzPts val="1200"/>
              <a:buNone/>
              <a:defRPr/>
            </a:lvl8pPr>
            <a:lvl9pPr marL="0" lvl="8" indent="0" algn="ctr">
              <a:lnSpc>
                <a:spcPct val="100000"/>
              </a:lnSpc>
              <a:spcBef>
                <a:spcPts val="0"/>
              </a:spcBef>
              <a:spcAft>
                <a:spcPts val="0"/>
              </a:spcAft>
              <a:buSzPts val="1200"/>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4"/>
        <p:cNvGrpSpPr/>
        <p:nvPr/>
      </p:nvGrpSpPr>
      <p:grpSpPr>
        <a:xfrm>
          <a:off x="0" y="0"/>
          <a:ext cx="0" cy="0"/>
          <a:chOff x="0" y="0"/>
          <a:chExt cx="0" cy="0"/>
        </a:xfrm>
      </p:grpSpPr>
      <p:sp>
        <p:nvSpPr>
          <p:cNvPr id="55" name="Google Shape;55;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ctr">
              <a:lnSpc>
                <a:spcPct val="100000"/>
              </a:lnSpc>
              <a:spcBef>
                <a:spcPts val="0"/>
              </a:spcBef>
              <a:spcAft>
                <a:spcPts val="0"/>
              </a:spcAft>
              <a:buSzPts val="1200"/>
              <a:buNone/>
              <a:defRPr/>
            </a:lvl1pPr>
            <a:lvl2pPr marL="0" lvl="1" indent="0" algn="ctr">
              <a:lnSpc>
                <a:spcPct val="100000"/>
              </a:lnSpc>
              <a:spcBef>
                <a:spcPts val="0"/>
              </a:spcBef>
              <a:spcAft>
                <a:spcPts val="0"/>
              </a:spcAft>
              <a:buSzPts val="1200"/>
              <a:buNone/>
              <a:defRPr/>
            </a:lvl2pPr>
            <a:lvl3pPr marL="0" lvl="2" indent="0" algn="ctr">
              <a:lnSpc>
                <a:spcPct val="100000"/>
              </a:lnSpc>
              <a:spcBef>
                <a:spcPts val="0"/>
              </a:spcBef>
              <a:spcAft>
                <a:spcPts val="0"/>
              </a:spcAft>
              <a:buSzPts val="1200"/>
              <a:buNone/>
              <a:defRPr/>
            </a:lvl3pPr>
            <a:lvl4pPr marL="0" lvl="3" indent="0" algn="ctr">
              <a:lnSpc>
                <a:spcPct val="100000"/>
              </a:lnSpc>
              <a:spcBef>
                <a:spcPts val="0"/>
              </a:spcBef>
              <a:spcAft>
                <a:spcPts val="0"/>
              </a:spcAft>
              <a:buSzPts val="1200"/>
              <a:buNone/>
              <a:defRPr/>
            </a:lvl4pPr>
            <a:lvl5pPr marL="0" lvl="4" indent="0" algn="ctr">
              <a:lnSpc>
                <a:spcPct val="100000"/>
              </a:lnSpc>
              <a:spcBef>
                <a:spcPts val="0"/>
              </a:spcBef>
              <a:spcAft>
                <a:spcPts val="0"/>
              </a:spcAft>
              <a:buSzPts val="1200"/>
              <a:buNone/>
              <a:defRPr/>
            </a:lvl5pPr>
            <a:lvl6pPr marL="0" lvl="5" indent="0" algn="ctr">
              <a:lnSpc>
                <a:spcPct val="100000"/>
              </a:lnSpc>
              <a:spcBef>
                <a:spcPts val="0"/>
              </a:spcBef>
              <a:spcAft>
                <a:spcPts val="0"/>
              </a:spcAft>
              <a:buSzPts val="1200"/>
              <a:buNone/>
              <a:defRPr/>
            </a:lvl6pPr>
            <a:lvl7pPr marL="0" lvl="6" indent="0" algn="ctr">
              <a:lnSpc>
                <a:spcPct val="100000"/>
              </a:lnSpc>
              <a:spcBef>
                <a:spcPts val="0"/>
              </a:spcBef>
              <a:spcAft>
                <a:spcPts val="0"/>
              </a:spcAft>
              <a:buSzPts val="1200"/>
              <a:buNone/>
              <a:defRPr/>
            </a:lvl7pPr>
            <a:lvl8pPr marL="0" lvl="7" indent="0" algn="ctr">
              <a:lnSpc>
                <a:spcPct val="100000"/>
              </a:lnSpc>
              <a:spcBef>
                <a:spcPts val="0"/>
              </a:spcBef>
              <a:spcAft>
                <a:spcPts val="0"/>
              </a:spcAft>
              <a:buSzPts val="1200"/>
              <a:buNone/>
              <a:defRPr/>
            </a:lvl8pPr>
            <a:lvl9pPr marL="0" lvl="8" indent="0" algn="ctr">
              <a:lnSpc>
                <a:spcPct val="100000"/>
              </a:lnSpc>
              <a:spcBef>
                <a:spcPts val="0"/>
              </a:spcBef>
              <a:spcAft>
                <a:spcPts val="0"/>
              </a:spcAft>
              <a:buSzPts val="1200"/>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4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61" name="Google Shape;61;p4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2" name="Google Shape;62;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ctr">
              <a:lnSpc>
                <a:spcPct val="100000"/>
              </a:lnSpc>
              <a:spcBef>
                <a:spcPts val="0"/>
              </a:spcBef>
              <a:spcAft>
                <a:spcPts val="0"/>
              </a:spcAft>
              <a:buSzPts val="1200"/>
              <a:buNone/>
              <a:defRPr/>
            </a:lvl1pPr>
            <a:lvl2pPr marL="0" lvl="1" indent="0" algn="ctr">
              <a:lnSpc>
                <a:spcPct val="100000"/>
              </a:lnSpc>
              <a:spcBef>
                <a:spcPts val="0"/>
              </a:spcBef>
              <a:spcAft>
                <a:spcPts val="0"/>
              </a:spcAft>
              <a:buSzPts val="1200"/>
              <a:buNone/>
              <a:defRPr/>
            </a:lvl2pPr>
            <a:lvl3pPr marL="0" lvl="2" indent="0" algn="ctr">
              <a:lnSpc>
                <a:spcPct val="100000"/>
              </a:lnSpc>
              <a:spcBef>
                <a:spcPts val="0"/>
              </a:spcBef>
              <a:spcAft>
                <a:spcPts val="0"/>
              </a:spcAft>
              <a:buSzPts val="1200"/>
              <a:buNone/>
              <a:defRPr/>
            </a:lvl3pPr>
            <a:lvl4pPr marL="0" lvl="3" indent="0" algn="ctr">
              <a:lnSpc>
                <a:spcPct val="100000"/>
              </a:lnSpc>
              <a:spcBef>
                <a:spcPts val="0"/>
              </a:spcBef>
              <a:spcAft>
                <a:spcPts val="0"/>
              </a:spcAft>
              <a:buSzPts val="1200"/>
              <a:buNone/>
              <a:defRPr/>
            </a:lvl4pPr>
            <a:lvl5pPr marL="0" lvl="4" indent="0" algn="ctr">
              <a:lnSpc>
                <a:spcPct val="100000"/>
              </a:lnSpc>
              <a:spcBef>
                <a:spcPts val="0"/>
              </a:spcBef>
              <a:spcAft>
                <a:spcPts val="0"/>
              </a:spcAft>
              <a:buSzPts val="1200"/>
              <a:buNone/>
              <a:defRPr/>
            </a:lvl5pPr>
            <a:lvl6pPr marL="0" lvl="5" indent="0" algn="ctr">
              <a:lnSpc>
                <a:spcPct val="100000"/>
              </a:lnSpc>
              <a:spcBef>
                <a:spcPts val="0"/>
              </a:spcBef>
              <a:spcAft>
                <a:spcPts val="0"/>
              </a:spcAft>
              <a:buSzPts val="1200"/>
              <a:buNone/>
              <a:defRPr/>
            </a:lvl6pPr>
            <a:lvl7pPr marL="0" lvl="6" indent="0" algn="ctr">
              <a:lnSpc>
                <a:spcPct val="100000"/>
              </a:lnSpc>
              <a:spcBef>
                <a:spcPts val="0"/>
              </a:spcBef>
              <a:spcAft>
                <a:spcPts val="0"/>
              </a:spcAft>
              <a:buSzPts val="1200"/>
              <a:buNone/>
              <a:defRPr/>
            </a:lvl7pPr>
            <a:lvl8pPr marL="0" lvl="7" indent="0" algn="ctr">
              <a:lnSpc>
                <a:spcPct val="100000"/>
              </a:lnSpc>
              <a:spcBef>
                <a:spcPts val="0"/>
              </a:spcBef>
              <a:spcAft>
                <a:spcPts val="0"/>
              </a:spcAft>
              <a:buSzPts val="1200"/>
              <a:buNone/>
              <a:defRPr/>
            </a:lvl8pPr>
            <a:lvl9pPr marL="0" lvl="8" indent="0" algn="ctr">
              <a:lnSpc>
                <a:spcPct val="100000"/>
              </a:lnSpc>
              <a:spcBef>
                <a:spcPts val="0"/>
              </a:spcBef>
              <a:spcAft>
                <a:spcPts val="0"/>
              </a:spcAft>
              <a:buSzPts val="1200"/>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4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3"/>
          <p:cNvSpPr>
            <a:spLocks noGrp="1"/>
          </p:cNvSpPr>
          <p:nvPr>
            <p:ph type="pic" idx="2"/>
          </p:nvPr>
        </p:nvSpPr>
        <p:spPr>
          <a:xfrm>
            <a:off x="1792288" y="612775"/>
            <a:ext cx="5486400" cy="4114800"/>
          </a:xfrm>
          <a:prstGeom prst="rect">
            <a:avLst/>
          </a:prstGeom>
          <a:noFill/>
          <a:ln>
            <a:noFill/>
          </a:ln>
        </p:spPr>
      </p:sp>
      <p:sp>
        <p:nvSpPr>
          <p:cNvPr id="68" name="Google Shape;68;p4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9" name="Google Shape;69;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ctr">
              <a:lnSpc>
                <a:spcPct val="100000"/>
              </a:lnSpc>
              <a:spcBef>
                <a:spcPts val="0"/>
              </a:spcBef>
              <a:spcAft>
                <a:spcPts val="0"/>
              </a:spcAft>
              <a:buSzPts val="1200"/>
              <a:buNone/>
              <a:defRPr/>
            </a:lvl1pPr>
            <a:lvl2pPr marL="0" lvl="1" indent="0" algn="ctr">
              <a:lnSpc>
                <a:spcPct val="100000"/>
              </a:lnSpc>
              <a:spcBef>
                <a:spcPts val="0"/>
              </a:spcBef>
              <a:spcAft>
                <a:spcPts val="0"/>
              </a:spcAft>
              <a:buSzPts val="1200"/>
              <a:buNone/>
              <a:defRPr/>
            </a:lvl2pPr>
            <a:lvl3pPr marL="0" lvl="2" indent="0" algn="ctr">
              <a:lnSpc>
                <a:spcPct val="100000"/>
              </a:lnSpc>
              <a:spcBef>
                <a:spcPts val="0"/>
              </a:spcBef>
              <a:spcAft>
                <a:spcPts val="0"/>
              </a:spcAft>
              <a:buSzPts val="1200"/>
              <a:buNone/>
              <a:defRPr/>
            </a:lvl3pPr>
            <a:lvl4pPr marL="0" lvl="3" indent="0" algn="ctr">
              <a:lnSpc>
                <a:spcPct val="100000"/>
              </a:lnSpc>
              <a:spcBef>
                <a:spcPts val="0"/>
              </a:spcBef>
              <a:spcAft>
                <a:spcPts val="0"/>
              </a:spcAft>
              <a:buSzPts val="1200"/>
              <a:buNone/>
              <a:defRPr/>
            </a:lvl4pPr>
            <a:lvl5pPr marL="0" lvl="4" indent="0" algn="ctr">
              <a:lnSpc>
                <a:spcPct val="100000"/>
              </a:lnSpc>
              <a:spcBef>
                <a:spcPts val="0"/>
              </a:spcBef>
              <a:spcAft>
                <a:spcPts val="0"/>
              </a:spcAft>
              <a:buSzPts val="1200"/>
              <a:buNone/>
              <a:defRPr/>
            </a:lvl5pPr>
            <a:lvl6pPr marL="0" lvl="5" indent="0" algn="ctr">
              <a:lnSpc>
                <a:spcPct val="100000"/>
              </a:lnSpc>
              <a:spcBef>
                <a:spcPts val="0"/>
              </a:spcBef>
              <a:spcAft>
                <a:spcPts val="0"/>
              </a:spcAft>
              <a:buSzPts val="1200"/>
              <a:buNone/>
              <a:defRPr/>
            </a:lvl6pPr>
            <a:lvl7pPr marL="0" lvl="6" indent="0" algn="ctr">
              <a:lnSpc>
                <a:spcPct val="100000"/>
              </a:lnSpc>
              <a:spcBef>
                <a:spcPts val="0"/>
              </a:spcBef>
              <a:spcAft>
                <a:spcPts val="0"/>
              </a:spcAft>
              <a:buSzPts val="1200"/>
              <a:buNone/>
              <a:defRPr/>
            </a:lvl7pPr>
            <a:lvl8pPr marL="0" lvl="7" indent="0" algn="ctr">
              <a:lnSpc>
                <a:spcPct val="100000"/>
              </a:lnSpc>
              <a:spcBef>
                <a:spcPts val="0"/>
              </a:spcBef>
              <a:spcAft>
                <a:spcPts val="0"/>
              </a:spcAft>
              <a:buSzPts val="1200"/>
              <a:buNone/>
              <a:defRPr/>
            </a:lvl8pPr>
            <a:lvl9pPr marL="0" lvl="8" indent="0" algn="ctr">
              <a:lnSpc>
                <a:spcPct val="100000"/>
              </a:lnSpc>
              <a:spcBef>
                <a:spcPts val="0"/>
              </a:spcBef>
              <a:spcAft>
                <a:spcPts val="0"/>
              </a:spcAft>
              <a:buSzPts val="1200"/>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4"/>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5" name="Google Shape;75;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ctr">
              <a:lnSpc>
                <a:spcPct val="100000"/>
              </a:lnSpc>
              <a:spcBef>
                <a:spcPts val="0"/>
              </a:spcBef>
              <a:spcAft>
                <a:spcPts val="0"/>
              </a:spcAft>
              <a:buSzPts val="1200"/>
              <a:buNone/>
              <a:defRPr/>
            </a:lvl1pPr>
            <a:lvl2pPr marL="0" lvl="1" indent="0" algn="ctr">
              <a:lnSpc>
                <a:spcPct val="100000"/>
              </a:lnSpc>
              <a:spcBef>
                <a:spcPts val="0"/>
              </a:spcBef>
              <a:spcAft>
                <a:spcPts val="0"/>
              </a:spcAft>
              <a:buSzPts val="1200"/>
              <a:buNone/>
              <a:defRPr/>
            </a:lvl2pPr>
            <a:lvl3pPr marL="0" lvl="2" indent="0" algn="ctr">
              <a:lnSpc>
                <a:spcPct val="100000"/>
              </a:lnSpc>
              <a:spcBef>
                <a:spcPts val="0"/>
              </a:spcBef>
              <a:spcAft>
                <a:spcPts val="0"/>
              </a:spcAft>
              <a:buSzPts val="1200"/>
              <a:buNone/>
              <a:defRPr/>
            </a:lvl3pPr>
            <a:lvl4pPr marL="0" lvl="3" indent="0" algn="ctr">
              <a:lnSpc>
                <a:spcPct val="100000"/>
              </a:lnSpc>
              <a:spcBef>
                <a:spcPts val="0"/>
              </a:spcBef>
              <a:spcAft>
                <a:spcPts val="0"/>
              </a:spcAft>
              <a:buSzPts val="1200"/>
              <a:buNone/>
              <a:defRPr/>
            </a:lvl4pPr>
            <a:lvl5pPr marL="0" lvl="4" indent="0" algn="ctr">
              <a:lnSpc>
                <a:spcPct val="100000"/>
              </a:lnSpc>
              <a:spcBef>
                <a:spcPts val="0"/>
              </a:spcBef>
              <a:spcAft>
                <a:spcPts val="0"/>
              </a:spcAft>
              <a:buSzPts val="1200"/>
              <a:buNone/>
              <a:defRPr/>
            </a:lvl5pPr>
            <a:lvl6pPr marL="0" lvl="5" indent="0" algn="ctr">
              <a:lnSpc>
                <a:spcPct val="100000"/>
              </a:lnSpc>
              <a:spcBef>
                <a:spcPts val="0"/>
              </a:spcBef>
              <a:spcAft>
                <a:spcPts val="0"/>
              </a:spcAft>
              <a:buSzPts val="1200"/>
              <a:buNone/>
              <a:defRPr/>
            </a:lvl6pPr>
            <a:lvl7pPr marL="0" lvl="6" indent="0" algn="ctr">
              <a:lnSpc>
                <a:spcPct val="100000"/>
              </a:lnSpc>
              <a:spcBef>
                <a:spcPts val="0"/>
              </a:spcBef>
              <a:spcAft>
                <a:spcPts val="0"/>
              </a:spcAft>
              <a:buSzPts val="1200"/>
              <a:buNone/>
              <a:defRPr/>
            </a:lvl7pPr>
            <a:lvl8pPr marL="0" lvl="7" indent="0" algn="ctr">
              <a:lnSpc>
                <a:spcPct val="100000"/>
              </a:lnSpc>
              <a:spcBef>
                <a:spcPts val="0"/>
              </a:spcBef>
              <a:spcAft>
                <a:spcPts val="0"/>
              </a:spcAft>
              <a:buSzPts val="1200"/>
              <a:buNone/>
              <a:defRPr/>
            </a:lvl8pPr>
            <a:lvl9pPr marL="0" lvl="8" indent="0" algn="ctr">
              <a:lnSpc>
                <a:spcPct val="100000"/>
              </a:lnSpc>
              <a:spcBef>
                <a:spcPts val="0"/>
              </a:spcBef>
              <a:spcAft>
                <a:spcPts val="0"/>
              </a:spcAft>
              <a:buSzPts val="1200"/>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4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81" name="Google Shape;81;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ctr">
              <a:lnSpc>
                <a:spcPct val="100000"/>
              </a:lnSpc>
              <a:spcBef>
                <a:spcPts val="0"/>
              </a:spcBef>
              <a:spcAft>
                <a:spcPts val="0"/>
              </a:spcAft>
              <a:buSzPts val="1200"/>
              <a:buNone/>
              <a:defRPr/>
            </a:lvl1pPr>
            <a:lvl2pPr marL="0" lvl="1" indent="0" algn="ctr">
              <a:lnSpc>
                <a:spcPct val="100000"/>
              </a:lnSpc>
              <a:spcBef>
                <a:spcPts val="0"/>
              </a:spcBef>
              <a:spcAft>
                <a:spcPts val="0"/>
              </a:spcAft>
              <a:buSzPts val="1200"/>
              <a:buNone/>
              <a:defRPr/>
            </a:lvl2pPr>
            <a:lvl3pPr marL="0" lvl="2" indent="0" algn="ctr">
              <a:lnSpc>
                <a:spcPct val="100000"/>
              </a:lnSpc>
              <a:spcBef>
                <a:spcPts val="0"/>
              </a:spcBef>
              <a:spcAft>
                <a:spcPts val="0"/>
              </a:spcAft>
              <a:buSzPts val="1200"/>
              <a:buNone/>
              <a:defRPr/>
            </a:lvl3pPr>
            <a:lvl4pPr marL="0" lvl="3" indent="0" algn="ctr">
              <a:lnSpc>
                <a:spcPct val="100000"/>
              </a:lnSpc>
              <a:spcBef>
                <a:spcPts val="0"/>
              </a:spcBef>
              <a:spcAft>
                <a:spcPts val="0"/>
              </a:spcAft>
              <a:buSzPts val="1200"/>
              <a:buNone/>
              <a:defRPr/>
            </a:lvl4pPr>
            <a:lvl5pPr marL="0" lvl="4" indent="0" algn="ctr">
              <a:lnSpc>
                <a:spcPct val="100000"/>
              </a:lnSpc>
              <a:spcBef>
                <a:spcPts val="0"/>
              </a:spcBef>
              <a:spcAft>
                <a:spcPts val="0"/>
              </a:spcAft>
              <a:buSzPts val="1200"/>
              <a:buNone/>
              <a:defRPr/>
            </a:lvl5pPr>
            <a:lvl6pPr marL="0" lvl="5" indent="0" algn="ctr">
              <a:lnSpc>
                <a:spcPct val="100000"/>
              </a:lnSpc>
              <a:spcBef>
                <a:spcPts val="0"/>
              </a:spcBef>
              <a:spcAft>
                <a:spcPts val="0"/>
              </a:spcAft>
              <a:buSzPts val="1200"/>
              <a:buNone/>
              <a:defRPr/>
            </a:lvl6pPr>
            <a:lvl7pPr marL="0" lvl="6" indent="0" algn="ctr">
              <a:lnSpc>
                <a:spcPct val="100000"/>
              </a:lnSpc>
              <a:spcBef>
                <a:spcPts val="0"/>
              </a:spcBef>
              <a:spcAft>
                <a:spcPts val="0"/>
              </a:spcAft>
              <a:buSzPts val="1200"/>
              <a:buNone/>
              <a:defRPr/>
            </a:lvl7pPr>
            <a:lvl8pPr marL="0" lvl="7" indent="0" algn="ctr">
              <a:lnSpc>
                <a:spcPct val="100000"/>
              </a:lnSpc>
              <a:spcBef>
                <a:spcPts val="0"/>
              </a:spcBef>
              <a:spcAft>
                <a:spcPts val="0"/>
              </a:spcAft>
              <a:buSzPts val="1200"/>
              <a:buNone/>
              <a:defRPr/>
            </a:lvl8pPr>
            <a:lvl9pPr marL="0" lvl="8" indent="0" algn="ctr">
              <a:lnSpc>
                <a:spcPct val="100000"/>
              </a:lnSpc>
              <a:spcBef>
                <a:spcPts val="0"/>
              </a:spcBef>
              <a:spcAft>
                <a:spcPts val="0"/>
              </a:spcAft>
              <a:buSzPts val="1200"/>
              <a:buNone/>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3" name="Google Shape;13;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4" name="Google Shape;14;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xml"/><Relationship Id="rId6" Type="http://schemas.openxmlformats.org/officeDocument/2006/relationships/hyperlink" Target="https://arxiv.org/abs/2403.19704" TargetMode="External"/><Relationship Id="rId5" Type="http://schemas.openxmlformats.org/officeDocument/2006/relationships/hyperlink" Target="https://www.researchgate.net/publication/339543310_BLE_Bluetooth_Beacon_based_Solution_to_Monitor_Egress_of_Alzheimer's_Disease_Sufferers_from_Indoors?utm_source=chatgpt.com" TargetMode="External"/><Relationship Id="rId4" Type="http://schemas.openxmlformats.org/officeDocument/2006/relationships/hyperlink" Target="https://ieeexplore.ieee.org/" TargetMode="External"/><Relationship Id="rId3" Type="http://schemas.openxmlformats.org/officeDocument/2006/relationships/hyperlink" Target="https://www.ijresm.com/Vol.2_2019/Vol2_Iss3_March19/IJRESM_V2_I3_152.pdf?utm_source=chatgpt.com" TargetMode="External"/><Relationship Id="rId2" Type="http://schemas.openxmlformats.org/officeDocument/2006/relationships/hyperlink" Target="https://www.ijcrt.org/papers/IJCRT2505697.pdf?utm_source=chatgpt.com" TargetMode="Externa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slideLayout" Target="../slideLayouts/slideLayout1.xml"/><Relationship Id="rId7" Type="http://schemas.openxmlformats.org/officeDocument/2006/relationships/image" Target="../media/image9.jpeg"/><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11.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857250" y="1320225"/>
            <a:ext cx="7543800" cy="58229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chemeClr val="accent1"/>
                </a:solidFill>
                <a:latin typeface="Times New Roman" panose="02020603050405020304" charset="0"/>
                <a:ea typeface="Times New Roman" panose="02020603050405020304"/>
                <a:cs typeface="Times New Roman" panose="02020603050405020304" charset="0"/>
                <a:sym typeface="Times New Roman" panose="02020603050405020304"/>
              </a:rPr>
              <a:t>“</a:t>
            </a:r>
            <a:r>
              <a:rPr lang="en-US" altLang="en-US" sz="3200" b="1" i="0" u="none" strike="noStrike" cap="none">
                <a:solidFill>
                  <a:schemeClr val="accent1"/>
                </a:solidFill>
                <a:latin typeface="Times New Roman" panose="02020603050405020304" charset="0"/>
                <a:ea typeface="Times New Roman" panose="02020603050405020304"/>
                <a:cs typeface="Times New Roman" panose="02020603050405020304" charset="0"/>
                <a:sym typeface="Times New Roman" panose="02020603050405020304"/>
              </a:rPr>
              <a:t>TrackShield</a:t>
            </a:r>
            <a:r>
              <a:rPr lang="en-US" sz="3200" b="1" i="0" u="none" strike="noStrike" cap="none">
                <a:solidFill>
                  <a:schemeClr val="accent1"/>
                </a:solidFill>
                <a:latin typeface="Times New Roman" panose="02020603050405020304" charset="0"/>
                <a:ea typeface="Times New Roman" panose="02020603050405020304"/>
                <a:cs typeface="Times New Roman" panose="02020603050405020304" charset="0"/>
                <a:sym typeface="Times New Roman" panose="02020603050405020304"/>
              </a:rPr>
              <a:t>”</a:t>
            </a:r>
            <a:endParaRPr sz="14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89" name="Google Shape;89;p1"/>
          <p:cNvSpPr txBox="1"/>
          <p:nvPr/>
        </p:nvSpPr>
        <p:spPr>
          <a:xfrm>
            <a:off x="337039" y="127379"/>
            <a:ext cx="5864978"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002060"/>
                </a:solidFill>
                <a:latin typeface="Times New Roman" panose="02020603050405020304" charset="0"/>
                <a:ea typeface="Libre Baskerville" panose="02000000000000000000"/>
                <a:cs typeface="Times New Roman" panose="02020603050405020304" charset="0"/>
                <a:sym typeface="Libre Baskerville" panose="02000000000000000000"/>
              </a:rPr>
              <a:t>    </a:t>
            </a:r>
            <a:r>
              <a:rPr lang="en-US" sz="2000" b="1" i="0" u="none" strike="noStrike" cap="none">
                <a:solidFill>
                  <a:srgbClr val="002060"/>
                </a:solidFill>
                <a:latin typeface="Times New Roman" panose="02020603050405020304" charset="0"/>
                <a:ea typeface="Libre Baskerville" panose="02000000000000000000"/>
                <a:cs typeface="Times New Roman" panose="02020603050405020304" charset="0"/>
                <a:sym typeface="Libre Baskerville" panose="02000000000000000000"/>
              </a:rPr>
              <a:t>  </a:t>
            </a:r>
            <a:r>
              <a:rPr lang="en-US" sz="2000" b="1" i="0" u="none" strike="noStrike" cap="none">
                <a:solidFill>
                  <a:srgbClr val="002060"/>
                </a:solidFill>
                <a:latin typeface="Times New Roman" panose="02020603050405020304" charset="0"/>
                <a:ea typeface="Times New Roman" panose="02020603050405020304"/>
                <a:cs typeface="Times New Roman" panose="02020603050405020304" charset="0"/>
                <a:sym typeface="Times New Roman" panose="02020603050405020304"/>
              </a:rPr>
              <a:t>MIT School of Engineering &amp; Sciences, Pune</a:t>
            </a:r>
            <a:endParaRPr sz="2000" b="0"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0070C0"/>
                </a:solidFill>
                <a:latin typeface="Times New Roman" panose="02020603050405020304" charset="0"/>
                <a:ea typeface="Times New Roman" panose="02020603050405020304"/>
                <a:cs typeface="Times New Roman" panose="02020603050405020304" charset="0"/>
                <a:sym typeface="Times New Roman" panose="02020603050405020304"/>
              </a:rPr>
              <a:t>Department of Electronics and Communication Engineering</a:t>
            </a:r>
            <a:endParaRPr sz="1100" b="0" i="0" u="none" strike="noStrike" cap="none">
              <a:solidFill>
                <a:srgbClr val="0070C0"/>
              </a:solidFill>
              <a:latin typeface="Times New Roman" panose="02020603050405020304" charset="0"/>
              <a:ea typeface="Arial" panose="020B0604020202020204"/>
              <a:cs typeface="Times New Roman" panose="02020603050405020304" charset="0"/>
              <a:sym typeface="Arial" panose="020B0604020202020204"/>
            </a:endParaRPr>
          </a:p>
        </p:txBody>
      </p:sp>
      <p:cxnSp>
        <p:nvCxnSpPr>
          <p:cNvPr id="90" name="Google Shape;90;p1"/>
          <p:cNvCxnSpPr/>
          <p:nvPr/>
        </p:nvCxnSpPr>
        <p:spPr>
          <a:xfrm rot="10800000">
            <a:off x="228600" y="1143000"/>
            <a:ext cx="5638800" cy="0"/>
          </a:xfrm>
          <a:prstGeom prst="straightConnector1">
            <a:avLst/>
          </a:prstGeom>
          <a:noFill/>
          <a:ln w="9525" cap="flat" cmpd="sng">
            <a:solidFill>
              <a:srgbClr val="AE350A"/>
            </a:solidFill>
            <a:prstDash val="solid"/>
            <a:round/>
            <a:headEnd type="none" w="sm" len="sm"/>
            <a:tailEnd type="none" w="sm" len="sm"/>
          </a:ln>
        </p:spPr>
      </p:cxnSp>
      <p:graphicFrame>
        <p:nvGraphicFramePr>
          <p:cNvPr id="91" name="Google Shape;91;p1"/>
          <p:cNvGraphicFramePr/>
          <p:nvPr/>
        </p:nvGraphicFramePr>
        <p:xfrm>
          <a:off x="603504" y="2921000"/>
          <a:ext cx="7930875" cy="1879650"/>
        </p:xfrm>
        <a:graphic>
          <a:graphicData uri="http://schemas.openxmlformats.org/drawingml/2006/table">
            <a:tbl>
              <a:tblPr firstRow="1" bandRow="1">
                <a:noFill/>
                <a:tableStyleId>{3FE9A410-3C7E-45CF-B99F-7443693FEE4E}</a:tableStyleId>
              </a:tblPr>
              <a:tblGrid>
                <a:gridCol w="1604645"/>
                <a:gridCol w="998305"/>
                <a:gridCol w="2196250"/>
                <a:gridCol w="3131675"/>
              </a:tblGrid>
              <a:tr h="369025">
                <a:tc>
                  <a:txBody>
                    <a:bodyPr/>
                    <a:lstStyle/>
                    <a:p>
                      <a:pPr marL="0" marR="0" lvl="0" indent="0" algn="ctr" rtl="0">
                        <a:lnSpc>
                          <a:spcPct val="100000"/>
                        </a:lnSpc>
                        <a:spcBef>
                          <a:spcPts val="0"/>
                        </a:spcBef>
                        <a:spcAft>
                          <a:spcPts val="0"/>
                        </a:spcAft>
                        <a:buClr>
                          <a:schemeClr val="dk1"/>
                        </a:buClr>
                        <a:buSzPts val="2000"/>
                        <a:buFont typeface="Times New Roman" panose="02020603050405020304"/>
                        <a:buNone/>
                      </a:pPr>
                      <a:r>
                        <a:rPr lang="en-US" sz="200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Roll No.</a:t>
                      </a:r>
                      <a:endParaRPr lang="en-US" sz="200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c>
                  <a:txBody>
                    <a:bodyPr/>
                    <a:lstStyle/>
                    <a:p>
                      <a:pPr marL="0" marR="0" lvl="0" indent="0" algn="ctr" rtl="0">
                        <a:spcBef>
                          <a:spcPts val="0"/>
                        </a:spcBef>
                        <a:spcAft>
                          <a:spcPts val="0"/>
                        </a:spcAft>
                        <a:buClr>
                          <a:schemeClr val="dk1"/>
                        </a:buClr>
                        <a:buSzPts val="2000"/>
                        <a:buFont typeface="Times New Roman" panose="02020603050405020304"/>
                        <a:buNone/>
                      </a:pPr>
                      <a:r>
                        <a:rPr lang="en-US" sz="200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Div.</a:t>
                      </a:r>
                      <a:endParaRPr lang="en-US" sz="200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c>
                  <a:txBody>
                    <a:bodyPr/>
                    <a:lstStyle/>
                    <a:p>
                      <a:pPr marL="0" marR="0" lvl="0" indent="0" algn="ctr" rtl="0">
                        <a:spcBef>
                          <a:spcPts val="0"/>
                        </a:spcBef>
                        <a:spcAft>
                          <a:spcPts val="0"/>
                        </a:spcAft>
                        <a:buClr>
                          <a:schemeClr val="dk1"/>
                        </a:buClr>
                        <a:buSzPts val="2000"/>
                        <a:buFont typeface="Times New Roman" panose="02020603050405020304"/>
                        <a:buNone/>
                      </a:pPr>
                      <a:r>
                        <a:rPr lang="en-US" sz="2000" b="1"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Enrolment No.</a:t>
                      </a:r>
                      <a:endParaRPr lang="en-US" sz="2000" b="1"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000"/>
                        <a:buFont typeface="Times New Roman" panose="02020603050405020304"/>
                        <a:buNone/>
                      </a:pPr>
                      <a:r>
                        <a:rPr lang="en-US" sz="200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Name of Student</a:t>
                      </a:r>
                      <a:endParaRPr lang="en-US" sz="200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r>
              <a:tr h="370850">
                <a:tc>
                  <a:txBody>
                    <a:bodyPr/>
                    <a:lstStyle/>
                    <a:p>
                      <a:pPr marL="0" marR="0" lvl="0" indent="0" algn="l" rtl="0">
                        <a:spcBef>
                          <a:spcPts val="0"/>
                        </a:spcBef>
                        <a:spcAft>
                          <a:spcPts val="0"/>
                        </a:spcAft>
                        <a:buClr>
                          <a:schemeClr val="dk1"/>
                        </a:buClr>
                        <a:buSzPts val="1800"/>
                        <a:buFont typeface="Calibri" panose="020F0502020204030204"/>
                        <a:buNone/>
                      </a:pPr>
                      <a:r>
                        <a:rPr lang="en-US" alt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D2513024004</a:t>
                      </a:r>
                      <a:endParaRPr lang="en-US" alt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c>
                  <a:txBody>
                    <a:bodyPr/>
                    <a:lstStyle/>
                    <a:p>
                      <a:pPr marL="0" marR="0" lvl="0" indent="0" algn="l" rtl="0">
                        <a:spcBef>
                          <a:spcPts val="0"/>
                        </a:spcBef>
                        <a:spcAft>
                          <a:spcPts val="0"/>
                        </a:spcAft>
                        <a:buClr>
                          <a:schemeClr val="dk1"/>
                        </a:buClr>
                        <a:buSzPts val="1800"/>
                        <a:buFont typeface="Calibri" panose="020F0502020204030204"/>
                        <a:buNone/>
                      </a:pPr>
                      <a:r>
                        <a:rPr 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SY ECO</a:t>
                      </a:r>
                      <a:endParaRPr 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c>
                  <a:txBody>
                    <a:bodyPr/>
                    <a:lstStyle/>
                    <a:p>
                      <a:pPr marL="0" marR="0" lvl="0" indent="0" algn="l" rtl="0">
                        <a:spcBef>
                          <a:spcPts val="0"/>
                        </a:spcBef>
                        <a:spcAft>
                          <a:spcPts val="0"/>
                        </a:spcAft>
                        <a:buClr>
                          <a:schemeClr val="dk1"/>
                        </a:buClr>
                        <a:buSzPts val="1800"/>
                        <a:buFont typeface="Calibri" panose="020F0502020204030204"/>
                        <a:buNone/>
                      </a:pPr>
                      <a:r>
                        <a:rPr lang="en-US" alt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ADT25SESBD047</a:t>
                      </a:r>
                      <a:endParaRPr lang="en-US" alt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c>
                  <a:txBody>
                    <a:bodyPr/>
                    <a:lstStyle/>
                    <a:p>
                      <a:pPr marL="0" marR="0" lvl="0" indent="0" algn="l" rtl="0">
                        <a:spcBef>
                          <a:spcPts val="0"/>
                        </a:spcBef>
                        <a:spcAft>
                          <a:spcPts val="0"/>
                        </a:spcAft>
                        <a:buClr>
                          <a:schemeClr val="dk1"/>
                        </a:buClr>
                        <a:buSzPts val="1800"/>
                        <a:buFont typeface="Calibri" panose="020F0502020204030204"/>
                        <a:buNone/>
                      </a:pPr>
                      <a:r>
                        <a:rPr 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Isha Ladhe</a:t>
                      </a:r>
                      <a:endParaRPr 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r>
              <a:tr h="370850">
                <a:tc>
                  <a:txBody>
                    <a:bodyPr/>
                    <a:lstStyle/>
                    <a:p>
                      <a:pPr marL="0" marR="0" lvl="0" indent="0" algn="l" rtl="0">
                        <a:spcBef>
                          <a:spcPts val="0"/>
                        </a:spcBef>
                        <a:spcAft>
                          <a:spcPts val="0"/>
                        </a:spcAft>
                        <a:buClr>
                          <a:schemeClr val="dk1"/>
                        </a:buClr>
                        <a:buSzPts val="1800"/>
                        <a:buFont typeface="Calibri" panose="020F0502020204030204"/>
                        <a:buNone/>
                      </a:pPr>
                      <a:r>
                        <a:rPr lang="en-US" alt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D2513024011</a:t>
                      </a:r>
                      <a:endParaRPr lang="en-US" alt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c>
                  <a:txBody>
                    <a:bodyPr/>
                    <a:lstStyle/>
                    <a:p>
                      <a:pPr marL="0" marR="0" lvl="0" indent="0" algn="l" rtl="0">
                        <a:spcBef>
                          <a:spcPts val="0"/>
                        </a:spcBef>
                        <a:spcAft>
                          <a:spcPts val="0"/>
                        </a:spcAft>
                        <a:buClr>
                          <a:schemeClr val="dk1"/>
                        </a:buClr>
                        <a:buSzPts val="1800"/>
                        <a:buFont typeface="Calibri" panose="020F0502020204030204"/>
                        <a:buNone/>
                      </a:pPr>
                      <a:r>
                        <a:rPr 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SY ECO</a:t>
                      </a:r>
                      <a:endParaRPr 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c>
                  <a:txBody>
                    <a:bodyPr/>
                    <a:lstStyle/>
                    <a:p>
                      <a:pPr marL="0" marR="0" lvl="0" indent="0" algn="l" rtl="0">
                        <a:spcBef>
                          <a:spcPts val="0"/>
                        </a:spcBef>
                        <a:spcAft>
                          <a:spcPts val="0"/>
                        </a:spcAft>
                        <a:buClr>
                          <a:schemeClr val="dk1"/>
                        </a:buClr>
                        <a:buSzPts val="1800"/>
                        <a:buFont typeface="Calibri" panose="020F0502020204030204"/>
                        <a:buNone/>
                      </a:pPr>
                      <a:r>
                        <a:rPr lang="en-US" alt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ADT25SESBD050</a:t>
                      </a:r>
                      <a:endParaRPr lang="en-US" alt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c>
                  <a:txBody>
                    <a:bodyPr/>
                    <a:lstStyle/>
                    <a:p>
                      <a:pPr marL="0" marR="0" lvl="0" indent="0" algn="l" rtl="0">
                        <a:spcBef>
                          <a:spcPts val="0"/>
                        </a:spcBef>
                        <a:spcAft>
                          <a:spcPts val="0"/>
                        </a:spcAft>
                        <a:buClr>
                          <a:schemeClr val="dk1"/>
                        </a:buClr>
                        <a:buSzPts val="1800"/>
                        <a:buFont typeface="Calibri" panose="020F0502020204030204"/>
                        <a:buNone/>
                      </a:pPr>
                      <a:r>
                        <a:rPr 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Om Sone</a:t>
                      </a:r>
                      <a:endParaRPr 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r>
              <a:tr h="370850">
                <a:tc>
                  <a:txBody>
                    <a:bodyPr/>
                    <a:lstStyle/>
                    <a:p>
                      <a:pPr marL="0" marR="0" lvl="0" indent="0" algn="l" rtl="0">
                        <a:spcBef>
                          <a:spcPts val="0"/>
                        </a:spcBef>
                        <a:spcAft>
                          <a:spcPts val="0"/>
                        </a:spcAft>
                        <a:buClr>
                          <a:schemeClr val="dk1"/>
                        </a:buClr>
                        <a:buSzPts val="1800"/>
                        <a:buFont typeface="Calibri" panose="020F0502020204030204"/>
                        <a:buNone/>
                      </a:pPr>
                      <a:r>
                        <a:rPr lang="en-US" alt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D2513024016</a:t>
                      </a:r>
                      <a:endParaRPr lang="en-US" alt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c>
                  <a:txBody>
                    <a:bodyPr/>
                    <a:lstStyle/>
                    <a:p>
                      <a:pPr marL="0" marR="0" lvl="0" indent="0" algn="l" rtl="0">
                        <a:spcBef>
                          <a:spcPts val="0"/>
                        </a:spcBef>
                        <a:spcAft>
                          <a:spcPts val="0"/>
                        </a:spcAft>
                        <a:buClr>
                          <a:schemeClr val="dk1"/>
                        </a:buClr>
                        <a:buSzPts val="1800"/>
                        <a:buFont typeface="Calibri" panose="020F0502020204030204"/>
                        <a:buNone/>
                      </a:pPr>
                      <a:r>
                        <a:rPr 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SY ECO</a:t>
                      </a:r>
                      <a:endParaRPr 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c>
                  <a:txBody>
                    <a:bodyPr/>
                    <a:lstStyle/>
                    <a:p>
                      <a:pPr marL="0" marR="0" lvl="0" indent="0" algn="l" rtl="0">
                        <a:spcBef>
                          <a:spcPts val="0"/>
                        </a:spcBef>
                        <a:spcAft>
                          <a:spcPts val="0"/>
                        </a:spcAft>
                        <a:buClr>
                          <a:schemeClr val="dk1"/>
                        </a:buClr>
                        <a:buSzPts val="1800"/>
                        <a:buFont typeface="Calibri" panose="020F0502020204030204"/>
                        <a:buNone/>
                      </a:pPr>
                      <a:r>
                        <a:rPr lang="en-US" alt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ADT25SESBD052</a:t>
                      </a:r>
                      <a:endParaRPr lang="en-US" alt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c>
                  <a:txBody>
                    <a:bodyPr/>
                    <a:lstStyle/>
                    <a:p>
                      <a:pPr marL="0" marR="0" lvl="0" indent="0" algn="l" rtl="0">
                        <a:spcBef>
                          <a:spcPts val="0"/>
                        </a:spcBef>
                        <a:spcAft>
                          <a:spcPts val="0"/>
                        </a:spcAft>
                        <a:buClr>
                          <a:schemeClr val="dk1"/>
                        </a:buClr>
                        <a:buSzPts val="1800"/>
                        <a:buFont typeface="Calibri" panose="020F0502020204030204"/>
                        <a:buNone/>
                      </a:pPr>
                      <a:r>
                        <a:rPr 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Pranav Naik</a:t>
                      </a:r>
                      <a:endParaRPr 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r>
              <a:tr h="370850">
                <a:tc>
                  <a:txBody>
                    <a:bodyPr/>
                    <a:lstStyle/>
                    <a:p>
                      <a:pPr marL="0" marR="0" lvl="0" indent="0" algn="l" rtl="0">
                        <a:spcBef>
                          <a:spcPts val="0"/>
                        </a:spcBef>
                        <a:spcAft>
                          <a:spcPts val="0"/>
                        </a:spcAft>
                        <a:buClr>
                          <a:schemeClr val="dk1"/>
                        </a:buClr>
                        <a:buSzPts val="1800"/>
                        <a:buFont typeface="Calibri" panose="020F0502020204030204"/>
                        <a:buNone/>
                      </a:pPr>
                      <a:r>
                        <a:rPr lang="en-US" alt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D2513024015</a:t>
                      </a:r>
                      <a:endParaRPr lang="en-US" alt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c>
                  <a:txBody>
                    <a:bodyPr/>
                    <a:lstStyle/>
                    <a:p>
                      <a:pPr marL="0" marR="0" lvl="0" indent="0" algn="l" rtl="0">
                        <a:spcBef>
                          <a:spcPts val="0"/>
                        </a:spcBef>
                        <a:spcAft>
                          <a:spcPts val="0"/>
                        </a:spcAft>
                        <a:buClr>
                          <a:schemeClr val="dk1"/>
                        </a:buClr>
                        <a:buSzPts val="1800"/>
                        <a:buFont typeface="Calibri" panose="020F0502020204030204"/>
                        <a:buNone/>
                      </a:pPr>
                      <a:r>
                        <a:rPr 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SY ECO</a:t>
                      </a:r>
                      <a:endParaRPr 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c>
                  <a:txBody>
                    <a:bodyPr/>
                    <a:lstStyle/>
                    <a:p>
                      <a:pPr marL="0" marR="0" lvl="0" indent="0" algn="l" rtl="0">
                        <a:spcBef>
                          <a:spcPts val="0"/>
                        </a:spcBef>
                        <a:spcAft>
                          <a:spcPts val="0"/>
                        </a:spcAft>
                        <a:buClr>
                          <a:schemeClr val="dk1"/>
                        </a:buClr>
                        <a:buSzPts val="1800"/>
                        <a:buFont typeface="Calibri" panose="020F0502020204030204"/>
                        <a:buNone/>
                      </a:pPr>
                      <a:r>
                        <a:rPr lang="en-US" alt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ADT25SESBD048</a:t>
                      </a:r>
                      <a:endParaRPr lang="en-US" alt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c>
                  <a:txBody>
                    <a:bodyPr/>
                    <a:lstStyle/>
                    <a:p>
                      <a:pPr marL="0" marR="0" lvl="0" indent="0" algn="l" rtl="0">
                        <a:spcBef>
                          <a:spcPts val="0"/>
                        </a:spcBef>
                        <a:spcAft>
                          <a:spcPts val="0"/>
                        </a:spcAft>
                        <a:buClr>
                          <a:schemeClr val="dk1"/>
                        </a:buClr>
                        <a:buSzPts val="1800"/>
                        <a:buFont typeface="Calibri" panose="020F0502020204030204"/>
                        <a:buNone/>
                      </a:pPr>
                      <a:r>
                        <a:rPr 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Krishna Konkewar</a:t>
                      </a:r>
                      <a:endParaRPr lang="en-US" sz="1800" b="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r>
            </a:tbl>
          </a:graphicData>
        </a:graphic>
      </p:graphicFrame>
      <p:sp>
        <p:nvSpPr>
          <p:cNvPr id="92" name="Google Shape;92;p1"/>
          <p:cNvSpPr/>
          <p:nvPr/>
        </p:nvSpPr>
        <p:spPr>
          <a:xfrm>
            <a:off x="5015744" y="2289268"/>
            <a:ext cx="3518656" cy="55181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2000"/>
              <a:buFont typeface="Arial" panose="020B0604020202020204"/>
              <a:buNone/>
            </a:pPr>
            <a:r>
              <a:rPr lang="en-US" sz="2000" b="0" i="0" u="none" strike="noStrike" cap="none">
                <a:solidFill>
                  <a:srgbClr val="080CB8"/>
                </a:solidFill>
                <a:latin typeface="Times New Roman" panose="02020603050405020304" charset="0"/>
                <a:ea typeface="Times New Roman" panose="02020603050405020304"/>
                <a:cs typeface="Times New Roman" panose="02020603050405020304" charset="0"/>
                <a:sym typeface="Times New Roman" panose="02020603050405020304"/>
              </a:rPr>
              <a:t>Topic: </a:t>
            </a:r>
            <a:r>
              <a:rPr lang="en-US" sz="2000" b="0"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New </a:t>
            </a:r>
            <a:endParaRPr sz="1200" b="0"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p:txBody>
      </p:sp>
      <p:sp>
        <p:nvSpPr>
          <p:cNvPr id="93" name="Google Shape;93;p1"/>
          <p:cNvSpPr/>
          <p:nvPr/>
        </p:nvSpPr>
        <p:spPr>
          <a:xfrm>
            <a:off x="570865" y="2316480"/>
            <a:ext cx="3855085" cy="55181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2000"/>
              <a:buFont typeface="Arial" panose="020B0604020202020204"/>
              <a:buNone/>
            </a:pPr>
            <a:r>
              <a:rPr lang="en-US" sz="2000" b="0" i="0" u="none" strike="noStrike" cap="none">
                <a:solidFill>
                  <a:srgbClr val="080CB8"/>
                </a:solidFill>
                <a:latin typeface="Times New Roman" panose="02020603050405020304" charset="0"/>
                <a:ea typeface="Times New Roman" panose="02020603050405020304"/>
                <a:cs typeface="Times New Roman" panose="02020603050405020304" charset="0"/>
                <a:sym typeface="Times New Roman" panose="02020603050405020304"/>
              </a:rPr>
              <a:t>Group Code: ECO2526UGMP2</a:t>
            </a:r>
            <a:endParaRPr lang="en-US" sz="2000" b="0" i="0" u="none" strike="noStrike" cap="none">
              <a:solidFill>
                <a:srgbClr val="080CB8"/>
              </a:solidFill>
              <a:latin typeface="Times New Roman" panose="02020603050405020304" charset="0"/>
              <a:ea typeface="Times New Roman" panose="02020603050405020304"/>
              <a:cs typeface="Times New Roman" panose="02020603050405020304" charset="0"/>
              <a:sym typeface="Times New Roman" panose="02020603050405020304"/>
            </a:endParaRPr>
          </a:p>
        </p:txBody>
      </p:sp>
      <p:graphicFrame>
        <p:nvGraphicFramePr>
          <p:cNvPr id="94" name="Google Shape;94;p1"/>
          <p:cNvGraphicFramePr/>
          <p:nvPr/>
        </p:nvGraphicFramePr>
        <p:xfrm>
          <a:off x="603503" y="5105400"/>
          <a:ext cx="7930900" cy="1097300"/>
        </p:xfrm>
        <a:graphic>
          <a:graphicData uri="http://schemas.openxmlformats.org/drawingml/2006/table">
            <a:tbl>
              <a:tblPr firstRow="1" bandRow="1">
                <a:noFill/>
                <a:tableStyleId>{3FE9A410-3C7E-45CF-B99F-7443693FEE4E}</a:tableStyleId>
              </a:tblPr>
              <a:tblGrid>
                <a:gridCol w="3966210"/>
                <a:gridCol w="3964690"/>
              </a:tblGrid>
              <a:tr h="370850">
                <a:tc>
                  <a:txBody>
                    <a:bodyPr/>
                    <a:lstStyle/>
                    <a:p>
                      <a:pPr marL="0" marR="0" lvl="0" indent="0" algn="l" rtl="0">
                        <a:spcBef>
                          <a:spcPts val="0"/>
                        </a:spcBef>
                        <a:spcAft>
                          <a:spcPts val="0"/>
                        </a:spcAft>
                        <a:buClr>
                          <a:schemeClr val="dk1"/>
                        </a:buClr>
                        <a:buSzPts val="2000"/>
                        <a:buFont typeface="Times New Roman" panose="02020603050405020304"/>
                        <a:buNone/>
                      </a:pPr>
                      <a:r>
                        <a:rPr lang="en-US" sz="2000" b="1" u="none" strike="noStrike" cap="none">
                          <a:latin typeface="Times New Roman" panose="02020603050405020304" charset="0"/>
                          <a:ea typeface="Times New Roman" panose="02020603050405020304"/>
                          <a:cs typeface="Times New Roman" panose="02020603050405020304" charset="0"/>
                          <a:sym typeface="Times New Roman" panose="02020603050405020304"/>
                        </a:rPr>
                        <a:t>Name of Guide: Prof. Manali Raut</a:t>
                      </a:r>
                      <a:endParaRPr lang="en-US" sz="2000" b="1"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c>
                  <a:txBody>
                    <a:bodyPr/>
                    <a:lstStyle/>
                    <a:p>
                      <a:pPr marL="0" marR="0" lvl="0" indent="0" algn="l" rtl="0">
                        <a:spcBef>
                          <a:spcPts val="0"/>
                        </a:spcBef>
                        <a:spcAft>
                          <a:spcPts val="0"/>
                        </a:spcAft>
                        <a:buClr>
                          <a:schemeClr val="dk1"/>
                        </a:buClr>
                        <a:buSzPts val="2000"/>
                        <a:buFont typeface="Calibri" panose="020F0502020204030204"/>
                        <a:buNone/>
                      </a:pPr>
                      <a:endParaRPr sz="2000" b="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r>
              <a:tr h="370850">
                <a:tc>
                  <a:txBody>
                    <a:bodyPr/>
                    <a:lstStyle/>
                    <a:p>
                      <a:pPr marL="0" marR="0" lvl="0" indent="0" algn="l" rtl="0">
                        <a:spcBef>
                          <a:spcPts val="0"/>
                        </a:spcBef>
                        <a:spcAft>
                          <a:spcPts val="0"/>
                        </a:spcAft>
                        <a:buClr>
                          <a:schemeClr val="dk1"/>
                        </a:buClr>
                        <a:buSzPts val="2000"/>
                        <a:buFont typeface="Times New Roman" panose="02020603050405020304"/>
                        <a:buNone/>
                      </a:pPr>
                      <a:r>
                        <a:rPr lang="en-US" sz="2000" b="1" u="none" strike="noStrike" cap="none">
                          <a:latin typeface="Times New Roman" panose="02020603050405020304" charset="0"/>
                          <a:ea typeface="Times New Roman" panose="02020603050405020304"/>
                          <a:cs typeface="Times New Roman" panose="02020603050405020304" charset="0"/>
                          <a:sym typeface="Times New Roman" panose="02020603050405020304"/>
                        </a:rPr>
                        <a:t>Name of Co-guide / Industry Mentor </a:t>
                      </a:r>
                      <a:r>
                        <a:rPr lang="en-US" sz="2000" b="0" u="none" strike="noStrike" cap="none">
                          <a:solidFill>
                            <a:srgbClr val="7F7F7F"/>
                          </a:solidFill>
                          <a:latin typeface="Times New Roman" panose="02020603050405020304" charset="0"/>
                          <a:ea typeface="Times New Roman" panose="02020603050405020304"/>
                          <a:cs typeface="Times New Roman" panose="02020603050405020304" charset="0"/>
                          <a:sym typeface="Times New Roman" panose="02020603050405020304"/>
                        </a:rPr>
                        <a:t>(if any)</a:t>
                      </a:r>
                      <a:endParaRPr sz="2000" b="0" u="none" strike="noStrike" cap="none">
                        <a:solidFill>
                          <a:srgbClr val="7F7F7F"/>
                        </a:solidFill>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c>
                  <a:txBody>
                    <a:bodyPr/>
                    <a:lstStyle/>
                    <a:p>
                      <a:pPr marL="0" marR="0" lvl="0" indent="0" algn="l" rtl="0">
                        <a:spcBef>
                          <a:spcPts val="0"/>
                        </a:spcBef>
                        <a:spcAft>
                          <a:spcPts val="0"/>
                        </a:spcAft>
                        <a:buClr>
                          <a:schemeClr val="dk1"/>
                        </a:buClr>
                        <a:buSzPts val="2000"/>
                        <a:buFont typeface="Times New Roman" panose="02020603050405020304"/>
                        <a:buNone/>
                      </a:pPr>
                      <a:r>
                        <a:rPr lang="en-US" sz="2000" b="0" u="none" strike="noStrike" cap="none">
                          <a:latin typeface="Times New Roman" panose="02020603050405020304" charset="0"/>
                          <a:ea typeface="Times New Roman" panose="02020603050405020304"/>
                          <a:cs typeface="Times New Roman" panose="02020603050405020304" charset="0"/>
                          <a:sym typeface="Times New Roman" panose="02020603050405020304"/>
                        </a:rPr>
                        <a:t>Name, Name of Industry</a:t>
                      </a:r>
                      <a:endParaRPr lang="en-US" sz="2000" b="0" u="none" strike="noStrike" cap="none">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tc>
              </a:tr>
            </a:tbl>
          </a:graphicData>
        </a:graphic>
      </p:graphicFrame>
      <p:sp>
        <p:nvSpPr>
          <p:cNvPr id="95" name="Google Shape;95;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n-US">
                <a:latin typeface="Times New Roman" panose="02020603050405020304" charset="0"/>
                <a:cs typeface="Times New Roman" panose="02020603050405020304" charset="0"/>
              </a:rPr>
              <a:t>Department of ECE, MIT SOES</a:t>
            </a:r>
            <a:endParaRPr lang="en-US">
              <a:latin typeface="Times New Roman" panose="02020603050405020304" charset="0"/>
              <a:cs typeface="Times New Roman" panose="02020603050405020304" charset="0"/>
            </a:endParaRPr>
          </a:p>
        </p:txBody>
      </p:sp>
      <p:sp>
        <p:nvSpPr>
          <p:cNvPr id="96" name="Google Shape;96;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latin typeface="Times New Roman" panose="02020603050405020304" charset="0"/>
                <a:cs typeface="Times New Roman" panose="02020603050405020304" charset="0"/>
              </a:rPr>
            </a:fld>
            <a:endParaRPr lang="en-US">
              <a:latin typeface="Times New Roman" panose="02020603050405020304" charset="0"/>
              <a:cs typeface="Times New Roman" panose="02020603050405020304" charset="0"/>
            </a:endParaRPr>
          </a:p>
        </p:txBody>
      </p:sp>
      <p:pic>
        <p:nvPicPr>
          <p:cNvPr id="97" name="Google Shape;97;p1"/>
          <p:cNvPicPr preferRelativeResize="0"/>
          <p:nvPr/>
        </p:nvPicPr>
        <p:blipFill>
          <a:blip r:embed="rId1"/>
          <a:stretch>
            <a:fillRect/>
          </a:stretch>
        </p:blipFill>
        <p:spPr>
          <a:xfrm>
            <a:off x="6375300" y="248158"/>
            <a:ext cx="2311499" cy="89484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178904" y="144319"/>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7030A0"/>
              </a:buClr>
              <a:buSzPts val="4400"/>
              <a:buFont typeface="Calibri" panose="020F0502020204030204"/>
              <a:buNone/>
            </a:pPr>
            <a:r>
              <a:rPr lang="en-US" b="1">
                <a:solidFill>
                  <a:srgbClr val="7030A0"/>
                </a:solidFill>
                <a:latin typeface="Times New Roman" panose="02020603050405020304" charset="0"/>
                <a:cs typeface="Times New Roman" panose="02020603050405020304" charset="0"/>
              </a:rPr>
              <a:t>Contents</a:t>
            </a:r>
            <a:endParaRPr lang="en-US" b="1">
              <a:solidFill>
                <a:srgbClr val="7030A0"/>
              </a:solidFill>
              <a:latin typeface="Times New Roman" panose="02020603050405020304" charset="0"/>
              <a:cs typeface="Times New Roman" panose="02020603050405020304" charset="0"/>
            </a:endParaRPr>
          </a:p>
        </p:txBody>
      </p:sp>
      <p:sp>
        <p:nvSpPr>
          <p:cNvPr id="104" name="Google Shape;104;p21"/>
          <p:cNvSpPr txBox="1">
            <a:spLocks noGrp="1"/>
          </p:cNvSpPr>
          <p:nvPr>
            <p:ph type="body" idx="1"/>
          </p:nvPr>
        </p:nvSpPr>
        <p:spPr>
          <a:xfrm>
            <a:off x="430696" y="1361661"/>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870"/>
              <a:buChar char="•"/>
            </a:pPr>
            <a:r>
              <a:rPr lang="en-US" sz="2400" dirty="0">
                <a:latin typeface="Times New Roman" panose="02020603050405020304" charset="0"/>
                <a:ea typeface="Calibri" panose="020F0502020204030204"/>
                <a:cs typeface="Times New Roman" panose="02020603050405020304" charset="0"/>
                <a:sym typeface="Calibri" panose="020F0502020204030204"/>
              </a:rPr>
              <a:t>Introduction </a:t>
            </a:r>
            <a:endParaRPr dirty="0">
              <a:latin typeface="Times New Roman" panose="02020603050405020304" charset="0"/>
              <a:cs typeface="Times New Roman" panose="02020603050405020304" charset="0"/>
            </a:endParaRPr>
          </a:p>
          <a:p>
            <a:pPr marL="342900" lvl="0" indent="-342900" algn="l" rtl="0">
              <a:spcBef>
                <a:spcPts val="480"/>
              </a:spcBef>
              <a:spcAft>
                <a:spcPts val="0"/>
              </a:spcAft>
              <a:buClr>
                <a:schemeClr val="dk1"/>
              </a:buClr>
              <a:buSzPts val="1870"/>
              <a:buChar char="•"/>
            </a:pPr>
            <a:r>
              <a:rPr lang="en-US" sz="2400" dirty="0">
                <a:latin typeface="Times New Roman" panose="02020603050405020304" charset="0"/>
                <a:ea typeface="Calibri" panose="020F0502020204030204"/>
                <a:cs typeface="Times New Roman" panose="02020603050405020304" charset="0"/>
                <a:sym typeface="Calibri" panose="020F0502020204030204"/>
              </a:rPr>
              <a:t>Problem Statement </a:t>
            </a:r>
            <a:endParaRPr sz="2400" dirty="0">
              <a:latin typeface="Times New Roman" panose="02020603050405020304" charset="0"/>
              <a:ea typeface="Calibri" panose="020F0502020204030204"/>
              <a:cs typeface="Times New Roman" panose="02020603050405020304" charset="0"/>
              <a:sym typeface="Calibri" panose="020F0502020204030204"/>
            </a:endParaRPr>
          </a:p>
          <a:p>
            <a:pPr marL="342900" lvl="0" indent="-342900" algn="l" rtl="0">
              <a:spcBef>
                <a:spcPts val="480"/>
              </a:spcBef>
              <a:spcAft>
                <a:spcPts val="0"/>
              </a:spcAft>
              <a:buClr>
                <a:schemeClr val="dk1"/>
              </a:buClr>
              <a:buSzPts val="1870"/>
              <a:buChar char="•"/>
            </a:pPr>
            <a:r>
              <a:rPr lang="en-US" sz="2400" dirty="0">
                <a:latin typeface="Times New Roman" panose="02020603050405020304" charset="0"/>
                <a:ea typeface="Calibri" panose="020F0502020204030204"/>
                <a:cs typeface="Times New Roman" panose="02020603050405020304" charset="0"/>
                <a:sym typeface="Calibri" panose="020F0502020204030204"/>
              </a:rPr>
              <a:t>Objectives </a:t>
            </a:r>
            <a:endParaRPr sz="2400" dirty="0">
              <a:latin typeface="Times New Roman" panose="02020603050405020304" charset="0"/>
              <a:ea typeface="Calibri" panose="020F0502020204030204"/>
              <a:cs typeface="Times New Roman" panose="02020603050405020304" charset="0"/>
              <a:sym typeface="Calibri" panose="020F0502020204030204"/>
            </a:endParaRPr>
          </a:p>
          <a:p>
            <a:pPr marL="342900" lvl="0" indent="-342900" algn="l" rtl="0">
              <a:spcBef>
                <a:spcPts val="480"/>
              </a:spcBef>
              <a:spcAft>
                <a:spcPts val="0"/>
              </a:spcAft>
              <a:buClr>
                <a:schemeClr val="dk1"/>
              </a:buClr>
              <a:buSzPts val="1870"/>
              <a:buChar char="•"/>
            </a:pPr>
            <a:r>
              <a:rPr lang="en-US" sz="2400" dirty="0">
                <a:latin typeface="Times New Roman" panose="02020603050405020304" charset="0"/>
                <a:ea typeface="Calibri" panose="020F0502020204030204"/>
                <a:cs typeface="Times New Roman" panose="02020603050405020304" charset="0"/>
                <a:sym typeface="Calibri" panose="020F0502020204030204"/>
              </a:rPr>
              <a:t>Circuit Diagram for MP-I / Block diagram for MP-I</a:t>
            </a:r>
            <a:r>
              <a:rPr lang="en-US" sz="2400" dirty="0">
                <a:latin typeface="Times New Roman" panose="02020603050405020304" charset="0"/>
                <a:cs typeface="Times New Roman" panose="02020603050405020304" charset="0"/>
              </a:rPr>
              <a:t>I, III</a:t>
            </a:r>
            <a:r>
              <a:rPr lang="en-US" sz="2400" dirty="0">
                <a:latin typeface="Times New Roman" panose="02020603050405020304" charset="0"/>
                <a:ea typeface="Calibri" panose="020F0502020204030204"/>
                <a:cs typeface="Times New Roman" panose="02020603050405020304" charset="0"/>
                <a:sym typeface="Calibri" panose="020F0502020204030204"/>
              </a:rPr>
              <a:t> &amp; Major Project  </a:t>
            </a:r>
            <a:endParaRPr sz="2400" dirty="0">
              <a:latin typeface="Times New Roman" panose="02020603050405020304" charset="0"/>
              <a:ea typeface="Calibri" panose="020F0502020204030204"/>
              <a:cs typeface="Times New Roman" panose="02020603050405020304" charset="0"/>
              <a:sym typeface="Calibri" panose="020F0502020204030204"/>
            </a:endParaRPr>
          </a:p>
          <a:p>
            <a:pPr marL="342900" lvl="0" indent="-342900" algn="l" rtl="0">
              <a:spcBef>
                <a:spcPts val="480"/>
              </a:spcBef>
              <a:spcAft>
                <a:spcPts val="0"/>
              </a:spcAft>
              <a:buClr>
                <a:schemeClr val="dk1"/>
              </a:buClr>
              <a:buSzPts val="1870"/>
              <a:buChar char="•"/>
            </a:pPr>
            <a:r>
              <a:rPr lang="en-US" sz="2400" dirty="0">
                <a:latin typeface="Times New Roman" panose="02020603050405020304" charset="0"/>
                <a:ea typeface="Calibri" panose="020F0502020204030204"/>
                <a:cs typeface="Times New Roman" panose="02020603050405020304" charset="0"/>
                <a:sym typeface="Calibri" panose="020F0502020204030204"/>
              </a:rPr>
              <a:t>Discussion on Circuit/Block diagram </a:t>
            </a:r>
            <a:endParaRPr sz="2400" dirty="0">
              <a:latin typeface="Times New Roman" panose="02020603050405020304" charset="0"/>
              <a:ea typeface="Calibri" panose="020F0502020204030204"/>
              <a:cs typeface="Times New Roman" panose="02020603050405020304" charset="0"/>
              <a:sym typeface="Calibri" panose="020F0502020204030204"/>
            </a:endParaRPr>
          </a:p>
          <a:p>
            <a:pPr marL="342900" lvl="0" indent="-342900" algn="l" rtl="0">
              <a:spcBef>
                <a:spcPts val="480"/>
              </a:spcBef>
              <a:spcAft>
                <a:spcPts val="0"/>
              </a:spcAft>
              <a:buClr>
                <a:schemeClr val="dk1"/>
              </a:buClr>
              <a:buSzPts val="1870"/>
              <a:buChar char="•"/>
            </a:pPr>
            <a:r>
              <a:rPr lang="en-US" sz="2400" dirty="0">
                <a:latin typeface="Times New Roman" panose="02020603050405020304" charset="0"/>
                <a:ea typeface="Calibri" panose="020F0502020204030204"/>
                <a:cs typeface="Times New Roman" panose="02020603050405020304" charset="0"/>
                <a:sym typeface="Calibri" panose="020F0502020204030204"/>
              </a:rPr>
              <a:t>Work plan till next presentation </a:t>
            </a:r>
            <a:endParaRPr dirty="0">
              <a:latin typeface="Times New Roman" panose="02020603050405020304" charset="0"/>
              <a:cs typeface="Times New Roman" panose="02020603050405020304" charset="0"/>
            </a:endParaRPr>
          </a:p>
          <a:p>
            <a:pPr marL="342900" lvl="0" indent="-342900" algn="l" rtl="0">
              <a:spcBef>
                <a:spcPts val="480"/>
              </a:spcBef>
              <a:spcAft>
                <a:spcPts val="0"/>
              </a:spcAft>
              <a:buClr>
                <a:schemeClr val="dk1"/>
              </a:buClr>
              <a:buSzPts val="1870"/>
              <a:buChar char="•"/>
            </a:pPr>
            <a:r>
              <a:rPr lang="en-US" sz="2400" dirty="0">
                <a:latin typeface="Times New Roman" panose="02020603050405020304" charset="0"/>
                <a:ea typeface="Calibri" panose="020F0502020204030204"/>
                <a:cs typeface="Times New Roman" panose="02020603050405020304" charset="0"/>
                <a:sym typeface="Calibri" panose="020F0502020204030204"/>
              </a:rPr>
              <a:t>Conclusion </a:t>
            </a:r>
            <a:endParaRPr dirty="0">
              <a:latin typeface="Times New Roman" panose="02020603050405020304" charset="0"/>
              <a:cs typeface="Times New Roman" panose="02020603050405020304" charset="0"/>
            </a:endParaRPr>
          </a:p>
          <a:p>
            <a:pPr marL="342900" lvl="0" indent="-342900" algn="l" rtl="0">
              <a:lnSpc>
                <a:spcPct val="120000"/>
              </a:lnSpc>
              <a:spcBef>
                <a:spcPts val="480"/>
              </a:spcBef>
              <a:spcAft>
                <a:spcPts val="0"/>
              </a:spcAft>
              <a:buClr>
                <a:schemeClr val="dk1"/>
              </a:buClr>
              <a:buSzPts val="1870"/>
              <a:buChar char="•"/>
            </a:pPr>
            <a:r>
              <a:rPr lang="en-US" sz="2400" dirty="0">
                <a:latin typeface="Times New Roman" panose="02020603050405020304" charset="0"/>
                <a:ea typeface="Calibri" panose="020F0502020204030204"/>
                <a:cs typeface="Times New Roman" panose="02020603050405020304" charset="0"/>
                <a:sym typeface="Calibri" panose="020F0502020204030204"/>
              </a:rPr>
              <a:t>References </a:t>
            </a:r>
            <a:endParaRPr dirty="0">
              <a:latin typeface="Times New Roman" panose="02020603050405020304" charset="0"/>
              <a:cs typeface="Times New Roman" panose="02020603050405020304" charset="0"/>
            </a:endParaRPr>
          </a:p>
          <a:p>
            <a:pPr marL="342900" lvl="0" indent="-190500" algn="l" rtl="0">
              <a:spcBef>
                <a:spcPts val="480"/>
              </a:spcBef>
              <a:spcAft>
                <a:spcPts val="0"/>
              </a:spcAft>
              <a:buClr>
                <a:schemeClr val="dk1"/>
              </a:buClr>
              <a:buSzPts val="2400"/>
              <a:buNone/>
            </a:pPr>
            <a:endParaRPr sz="2400" dirty="0">
              <a:latin typeface="Times New Roman" panose="02020603050405020304" charset="0"/>
              <a:ea typeface="Calibri" panose="020F0502020204030204"/>
              <a:cs typeface="Times New Roman" panose="02020603050405020304" charset="0"/>
              <a:sym typeface="Calibri" panose="020F0502020204030204"/>
            </a:endParaRPr>
          </a:p>
        </p:txBody>
      </p:sp>
      <p:sp>
        <p:nvSpPr>
          <p:cNvPr id="105" name="Google Shape;105;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n-US">
                <a:latin typeface="Times New Roman" panose="02020603050405020304" charset="0"/>
                <a:cs typeface="Times New Roman" panose="02020603050405020304" charset="0"/>
              </a:rPr>
              <a:t>Department of ECE, MIT SOES</a:t>
            </a:r>
            <a:endParaRPr lang="en-US">
              <a:latin typeface="Times New Roman" panose="02020603050405020304" charset="0"/>
              <a:cs typeface="Times New Roman" panose="02020603050405020304" charset="0"/>
            </a:endParaRPr>
          </a:p>
        </p:txBody>
      </p:sp>
      <p:sp>
        <p:nvSpPr>
          <p:cNvPr id="106" name="Google Shape;106;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latin typeface="Times New Roman" panose="02020603050405020304" charset="0"/>
                <a:cs typeface="Times New Roman" panose="02020603050405020304" charset="0"/>
              </a:rPr>
            </a:fld>
            <a:endParaRPr lang="en-US">
              <a:latin typeface="Times New Roman" panose="02020603050405020304" charset="0"/>
              <a:cs typeface="Times New Roman" panose="02020603050405020304" charset="0"/>
            </a:endParaRPr>
          </a:p>
        </p:txBody>
      </p:sp>
      <p:pic>
        <p:nvPicPr>
          <p:cNvPr id="2" name="Google Shape;97;p1"/>
          <p:cNvPicPr preferRelativeResize="0"/>
          <p:nvPr/>
        </p:nvPicPr>
        <p:blipFill>
          <a:blip r:embed="rId1"/>
          <a:stretch>
            <a:fillRect/>
          </a:stretch>
        </p:blipFill>
        <p:spPr>
          <a:xfrm>
            <a:off x="7075714" y="136525"/>
            <a:ext cx="1719942" cy="63137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178904" y="144319"/>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7030A0"/>
              </a:buClr>
              <a:buSzPts val="4400"/>
              <a:buFont typeface="Calibri" panose="020F0502020204030204"/>
              <a:buNone/>
            </a:pPr>
            <a:r>
              <a:rPr lang="en-US" b="1" dirty="0">
                <a:solidFill>
                  <a:srgbClr val="7030A0"/>
                </a:solidFill>
                <a:latin typeface="Times New Roman" panose="02020603050405020304" charset="0"/>
                <a:cs typeface="Times New Roman" panose="02020603050405020304" charset="0"/>
              </a:rPr>
              <a:t>Introduction</a:t>
            </a:r>
            <a:endParaRPr lang="en-US" b="1" dirty="0">
              <a:solidFill>
                <a:srgbClr val="7030A0"/>
              </a:solidFill>
              <a:latin typeface="Times New Roman" panose="02020603050405020304" charset="0"/>
              <a:cs typeface="Times New Roman" panose="02020603050405020304" charset="0"/>
            </a:endParaRPr>
          </a:p>
        </p:txBody>
      </p:sp>
      <p:sp>
        <p:nvSpPr>
          <p:cNvPr id="105" name="Google Shape;105;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n-US">
                <a:latin typeface="Times New Roman" panose="02020603050405020304" charset="0"/>
                <a:cs typeface="Times New Roman" panose="02020603050405020304" charset="0"/>
              </a:rPr>
              <a:t>Department of ECE, MIT SOES</a:t>
            </a:r>
            <a:endParaRPr lang="en-US">
              <a:latin typeface="Times New Roman" panose="02020603050405020304" charset="0"/>
              <a:cs typeface="Times New Roman" panose="02020603050405020304" charset="0"/>
            </a:endParaRPr>
          </a:p>
        </p:txBody>
      </p:sp>
      <p:sp>
        <p:nvSpPr>
          <p:cNvPr id="106" name="Google Shape;106;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latin typeface="Times New Roman" panose="02020603050405020304" charset="0"/>
                <a:cs typeface="Times New Roman" panose="02020603050405020304" charset="0"/>
              </a:rPr>
            </a:fld>
            <a:endParaRPr lang="en-US">
              <a:latin typeface="Times New Roman" panose="02020603050405020304" charset="0"/>
              <a:cs typeface="Times New Roman" panose="02020603050405020304" charset="0"/>
            </a:endParaRPr>
          </a:p>
        </p:txBody>
      </p:sp>
      <p:pic>
        <p:nvPicPr>
          <p:cNvPr id="2" name="Google Shape;97;p1"/>
          <p:cNvPicPr preferRelativeResize="0"/>
          <p:nvPr/>
        </p:nvPicPr>
        <p:blipFill>
          <a:blip r:embed="rId1"/>
          <a:stretch>
            <a:fillRect/>
          </a:stretch>
        </p:blipFill>
        <p:spPr>
          <a:xfrm>
            <a:off x="7075714" y="136525"/>
            <a:ext cx="1719942" cy="631371"/>
          </a:xfrm>
          <a:prstGeom prst="rect">
            <a:avLst/>
          </a:prstGeom>
          <a:noFill/>
          <a:ln>
            <a:noFill/>
          </a:ln>
        </p:spPr>
      </p:pic>
      <p:sp>
        <p:nvSpPr>
          <p:cNvPr id="3" name="Rectangle 1"/>
          <p:cNvSpPr>
            <a:spLocks noGrp="1" noChangeArrowheads="1"/>
          </p:cNvSpPr>
          <p:nvPr>
            <p:ph type="body" idx="1"/>
          </p:nvPr>
        </p:nvSpPr>
        <p:spPr bwMode="auto">
          <a:xfrm>
            <a:off x="812923" y="1022966"/>
            <a:ext cx="7518154"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80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TrackShield</a:t>
            </a: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is a smart wearable safety and tracking system designed to protect children and vulnerable individuals.</a:t>
            </a:r>
            <a:endPar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It helps parents and caregivers monitor the location of their children in real </a:t>
            </a:r>
            <a:r>
              <a:rPr kumimoji="0" lang="en-US" altLang="en-US" sz="180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time.In</a:t>
            </a: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today’s busy world, children can easily get lost or enter unsafe areas.</a:t>
            </a:r>
            <a:endPar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Traditional safety methods like supervision or ID tags are not always reliable in crowded places.</a:t>
            </a:r>
            <a:endPar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80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TrackShield</a:t>
            </a: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uses modern technologies such as GPS, GSM, and Bluetooth Low Energy (BLE) to track </a:t>
            </a:r>
            <a:r>
              <a:rPr kumimoji="0" lang="en-US" altLang="en-US" sz="180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location.The</a:t>
            </a: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system can send alerts to guardians during emergencies.</a:t>
            </a:r>
            <a:endPar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indent="0" eaLnBrk="0" fontAlgn="base" hangingPunct="0">
              <a:lnSpc>
                <a:spcPct val="150000"/>
              </a:lnSpc>
              <a:spcBef>
                <a:spcPct val="0"/>
              </a:spcBef>
              <a:spcAft>
                <a:spcPct val="0"/>
              </a:spcAft>
              <a:buClrTx/>
              <a:buSzTx/>
              <a:buFontTx/>
              <a:buChar char="•"/>
            </a:pPr>
            <a:r>
              <a:rPr lang="en-US" altLang="en-US" sz="1800" dirty="0" err="1">
                <a:solidFill>
                  <a:schemeClr val="tx1"/>
                </a:solidFill>
                <a:latin typeface="Calibri" panose="020F0502020204030204" pitchFamily="34" charset="0"/>
                <a:ea typeface="Calibri" panose="020F0502020204030204" pitchFamily="34" charset="0"/>
                <a:cs typeface="Calibri" panose="020F0502020204030204" pitchFamily="34" charset="0"/>
              </a:rPr>
              <a:t>TrackShield</a:t>
            </a:r>
            <a:r>
              <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helps improve safety and gives peace of mind to parents and caregivers.</a:t>
            </a:r>
            <a:endPar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It provides a cost-effective, reliable, and real-time safety solution.</a:t>
            </a:r>
            <a:endPar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178904" y="144319"/>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7030A0"/>
              </a:buClr>
              <a:buSzPts val="4400"/>
              <a:buFont typeface="Calibri" panose="020F0502020204030204"/>
              <a:buNone/>
            </a:pPr>
            <a:r>
              <a:rPr lang="en-US" b="1">
                <a:solidFill>
                  <a:srgbClr val="7030A0"/>
                </a:solidFill>
                <a:latin typeface="Times New Roman" panose="02020603050405020304" charset="0"/>
                <a:cs typeface="Times New Roman" panose="02020603050405020304" charset="0"/>
              </a:rPr>
              <a:t>Problem Statement</a:t>
            </a:r>
            <a:endParaRPr lang="en-US" b="1">
              <a:solidFill>
                <a:srgbClr val="7030A0"/>
              </a:solidFill>
              <a:latin typeface="Times New Roman" panose="02020603050405020304" charset="0"/>
              <a:cs typeface="Times New Roman" panose="02020603050405020304" charset="0"/>
            </a:endParaRPr>
          </a:p>
        </p:txBody>
      </p:sp>
      <p:sp>
        <p:nvSpPr>
          <p:cNvPr id="104" name="Google Shape;104;p21"/>
          <p:cNvSpPr txBox="1">
            <a:spLocks noGrp="1"/>
          </p:cNvSpPr>
          <p:nvPr>
            <p:ph type="body" idx="1"/>
          </p:nvPr>
        </p:nvSpPr>
        <p:spPr>
          <a:xfrm>
            <a:off x="430696" y="1361661"/>
            <a:ext cx="8229600" cy="4525963"/>
          </a:xfrm>
          <a:prstGeom prst="rect">
            <a:avLst/>
          </a:prstGeom>
          <a:noFill/>
          <a:ln>
            <a:noFill/>
          </a:ln>
        </p:spPr>
        <p:txBody>
          <a:bodyPr spcFirstLastPara="1" wrap="square" lIns="91425" tIns="45700" rIns="91425" bIns="45700" anchor="t" anchorCtr="0">
            <a:noAutofit/>
          </a:bodyPr>
          <a:lstStyle/>
          <a:p>
            <a:pPr marL="342900" lvl="0" indent="-190500">
              <a:lnSpc>
                <a:spcPct val="150000"/>
              </a:lnSpc>
              <a:spcBef>
                <a:spcPts val="480"/>
              </a:spcBef>
              <a:buSzPts val="2400"/>
            </a:pPr>
            <a:r>
              <a:rPr lang="en-US" sz="1800" dirty="0"/>
              <a:t>To develop a smart safety and tracking system for children and vulnerable individuals. Today, because of busy lifestyles and crowded places, it is difficult for parents to always monitor their children. Traditional safety methods like supervision, ID tags, or phone calls are not always reliable in emergencies. Many existing tracking systems also have problems like high power use and limited features. Therefore, a smart, reliable, and low-cost system is needed to track a child’s location and quickly alert parents if the child is in danger or leaves a safe area.</a:t>
            </a:r>
            <a:endParaRPr lang="en-US" altLang="en-US" sz="1600" dirty="0">
              <a:latin typeface="Times New Roman" panose="02020603050405020304" charset="0"/>
              <a:ea typeface="Calibri" panose="020F0502020204030204"/>
              <a:cs typeface="Times New Roman" panose="02020603050405020304" charset="0"/>
              <a:sym typeface="Calibri" panose="020F0502020204030204"/>
            </a:endParaRPr>
          </a:p>
        </p:txBody>
      </p:sp>
      <p:sp>
        <p:nvSpPr>
          <p:cNvPr id="105" name="Google Shape;105;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n-US">
                <a:latin typeface="Times New Roman" panose="02020603050405020304" charset="0"/>
                <a:cs typeface="Times New Roman" panose="02020603050405020304" charset="0"/>
              </a:rPr>
              <a:t>Department of ECE, MIT SOES</a:t>
            </a:r>
            <a:endParaRPr lang="en-US">
              <a:latin typeface="Times New Roman" panose="02020603050405020304" charset="0"/>
              <a:cs typeface="Times New Roman" panose="02020603050405020304" charset="0"/>
            </a:endParaRPr>
          </a:p>
        </p:txBody>
      </p:sp>
      <p:sp>
        <p:nvSpPr>
          <p:cNvPr id="106" name="Google Shape;106;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latin typeface="Times New Roman" panose="02020603050405020304" charset="0"/>
                <a:cs typeface="Times New Roman" panose="02020603050405020304" charset="0"/>
              </a:rPr>
            </a:fld>
            <a:endParaRPr lang="en-US">
              <a:latin typeface="Times New Roman" panose="02020603050405020304" charset="0"/>
              <a:cs typeface="Times New Roman" panose="02020603050405020304" charset="0"/>
            </a:endParaRPr>
          </a:p>
        </p:txBody>
      </p:sp>
      <p:pic>
        <p:nvPicPr>
          <p:cNvPr id="2" name="Google Shape;97;p1"/>
          <p:cNvPicPr preferRelativeResize="0"/>
          <p:nvPr/>
        </p:nvPicPr>
        <p:blipFill>
          <a:blip r:embed="rId1"/>
          <a:stretch>
            <a:fillRect/>
          </a:stretch>
        </p:blipFill>
        <p:spPr>
          <a:xfrm>
            <a:off x="7075714" y="136525"/>
            <a:ext cx="1719942" cy="63137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178904" y="144319"/>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7030A0"/>
              </a:buClr>
              <a:buSzPts val="4400"/>
              <a:buFont typeface="Calibri" panose="020F0502020204030204"/>
              <a:buNone/>
            </a:pPr>
            <a:r>
              <a:rPr lang="en-US" b="1">
                <a:solidFill>
                  <a:srgbClr val="7030A0"/>
                </a:solidFill>
                <a:latin typeface="Times New Roman" panose="02020603050405020304" charset="0"/>
                <a:cs typeface="Times New Roman" panose="02020603050405020304" charset="0"/>
              </a:rPr>
              <a:t>Objectives</a:t>
            </a:r>
            <a:endParaRPr lang="en-US" b="1">
              <a:solidFill>
                <a:srgbClr val="7030A0"/>
              </a:solidFill>
              <a:latin typeface="Times New Roman" panose="02020603050405020304" charset="0"/>
              <a:cs typeface="Times New Roman" panose="02020603050405020304" charset="0"/>
            </a:endParaRPr>
          </a:p>
        </p:txBody>
      </p:sp>
      <p:sp>
        <p:nvSpPr>
          <p:cNvPr id="104" name="Google Shape;104;p21"/>
          <p:cNvSpPr txBox="1">
            <a:spLocks noGrp="1"/>
          </p:cNvSpPr>
          <p:nvPr>
            <p:ph type="body" idx="1"/>
          </p:nvPr>
        </p:nvSpPr>
        <p:spPr>
          <a:xfrm>
            <a:off x="430696" y="1361661"/>
            <a:ext cx="8229600" cy="4525963"/>
          </a:xfrm>
          <a:prstGeom prst="rect">
            <a:avLst/>
          </a:prstGeom>
          <a:noFill/>
          <a:ln>
            <a:noFill/>
          </a:ln>
        </p:spPr>
        <p:txBody>
          <a:bodyPr spcFirstLastPara="1" wrap="square" lIns="91425" tIns="45700" rIns="91425" bIns="45700" anchor="t" anchorCtr="0">
            <a:noAutofit/>
          </a:bodyPr>
          <a:lstStyle/>
          <a:p>
            <a:pPr marL="342900" lvl="0" indent="-190500" algn="l" rtl="0">
              <a:lnSpc>
                <a:spcPct val="150000"/>
              </a:lnSpc>
              <a:spcBef>
                <a:spcPts val="480"/>
              </a:spcBef>
              <a:spcAft>
                <a:spcPts val="0"/>
              </a:spcAft>
              <a:buClr>
                <a:schemeClr val="dk1"/>
              </a:buClr>
              <a:buSzPts val="2400"/>
            </a:pPr>
            <a:r>
              <a:rPr lang="en-US" altLang="en-US" sz="1800" dirty="0">
                <a:latin typeface="Calibri" panose="020F0502020204030204" pitchFamily="34" charset="0"/>
                <a:ea typeface="Calibri" panose="020F0502020204030204" pitchFamily="34" charset="0"/>
                <a:cs typeface="Calibri" panose="020F0502020204030204" pitchFamily="34" charset="0"/>
                <a:sym typeface="Calibri" panose="020F0502020204030204"/>
              </a:rPr>
              <a:t>To develop a smart wearable device for safety and location tracking.</a:t>
            </a:r>
            <a:endParaRPr lang="en-US" altLang="en-US" sz="1800" dirty="0">
              <a:latin typeface="Calibri" panose="020F0502020204030204" pitchFamily="34" charset="0"/>
              <a:ea typeface="Calibri" panose="020F0502020204030204" pitchFamily="34" charset="0"/>
              <a:cs typeface="Calibri" panose="020F0502020204030204" pitchFamily="34" charset="0"/>
              <a:sym typeface="Calibri" panose="020F0502020204030204"/>
            </a:endParaRPr>
          </a:p>
          <a:p>
            <a:pPr marL="342900" lvl="0" indent="-190500" algn="l" rtl="0">
              <a:lnSpc>
                <a:spcPct val="150000"/>
              </a:lnSpc>
              <a:spcBef>
                <a:spcPts val="480"/>
              </a:spcBef>
              <a:spcAft>
                <a:spcPts val="0"/>
              </a:spcAft>
              <a:buClr>
                <a:schemeClr val="dk1"/>
              </a:buClr>
              <a:buSzPts val="2400"/>
            </a:pPr>
            <a:r>
              <a:rPr lang="en-US" altLang="en-US" sz="1800" dirty="0">
                <a:latin typeface="Calibri" panose="020F0502020204030204" pitchFamily="34" charset="0"/>
                <a:ea typeface="Calibri" panose="020F0502020204030204" pitchFamily="34" charset="0"/>
                <a:cs typeface="Calibri" panose="020F0502020204030204" pitchFamily="34" charset="0"/>
                <a:sym typeface="Calibri" panose="020F0502020204030204"/>
              </a:rPr>
              <a:t>To implement real-time location tracking using GPS technology.</a:t>
            </a:r>
            <a:endParaRPr lang="en-US" altLang="en-US" sz="1800" dirty="0">
              <a:latin typeface="Calibri" panose="020F0502020204030204" pitchFamily="34" charset="0"/>
              <a:ea typeface="Calibri" panose="020F0502020204030204" pitchFamily="34" charset="0"/>
              <a:cs typeface="Calibri" panose="020F0502020204030204" pitchFamily="34" charset="0"/>
              <a:sym typeface="Calibri" panose="020F0502020204030204"/>
            </a:endParaRPr>
          </a:p>
          <a:p>
            <a:pPr marL="342900" lvl="0" indent="-190500" algn="l" rtl="0">
              <a:lnSpc>
                <a:spcPct val="150000"/>
              </a:lnSpc>
              <a:spcBef>
                <a:spcPts val="480"/>
              </a:spcBef>
              <a:spcAft>
                <a:spcPts val="0"/>
              </a:spcAft>
              <a:buClr>
                <a:schemeClr val="dk1"/>
              </a:buClr>
              <a:buSzPts val="2400"/>
            </a:pPr>
            <a:r>
              <a:rPr lang="en-US" altLang="en-US" sz="1800" dirty="0">
                <a:latin typeface="Calibri" panose="020F0502020204030204" pitchFamily="34" charset="0"/>
                <a:ea typeface="Calibri" panose="020F0502020204030204" pitchFamily="34" charset="0"/>
                <a:cs typeface="Calibri" panose="020F0502020204030204" pitchFamily="34" charset="0"/>
                <a:sym typeface="Calibri" panose="020F0502020204030204"/>
              </a:rPr>
              <a:t>To send location updates and alerts to parents/guardians using GSM communication.</a:t>
            </a:r>
            <a:endParaRPr lang="en-US" altLang="en-US" sz="1800" dirty="0">
              <a:latin typeface="Calibri" panose="020F0502020204030204" pitchFamily="34" charset="0"/>
              <a:ea typeface="Calibri" panose="020F0502020204030204" pitchFamily="34" charset="0"/>
              <a:cs typeface="Calibri" panose="020F0502020204030204" pitchFamily="34" charset="0"/>
              <a:sym typeface="Calibri" panose="020F0502020204030204"/>
            </a:endParaRPr>
          </a:p>
          <a:p>
            <a:pPr marL="342900" lvl="0" indent="-190500" algn="l" rtl="0">
              <a:lnSpc>
                <a:spcPct val="150000"/>
              </a:lnSpc>
              <a:spcBef>
                <a:spcPts val="480"/>
              </a:spcBef>
              <a:spcAft>
                <a:spcPts val="0"/>
              </a:spcAft>
              <a:buClr>
                <a:schemeClr val="dk1"/>
              </a:buClr>
              <a:buSzPts val="2400"/>
            </a:pPr>
            <a:r>
              <a:rPr lang="en-US" altLang="en-US" sz="1800" dirty="0">
                <a:latin typeface="Calibri" panose="020F0502020204030204" pitchFamily="34" charset="0"/>
                <a:ea typeface="Calibri" panose="020F0502020204030204" pitchFamily="34" charset="0"/>
                <a:cs typeface="Calibri" panose="020F0502020204030204" pitchFamily="34" charset="0"/>
                <a:sym typeface="Calibri" panose="020F0502020204030204"/>
              </a:rPr>
              <a:t>To include an SOS emergency alert feature for quick help during danger.</a:t>
            </a:r>
            <a:endParaRPr lang="en-US" altLang="en-US" sz="1800" dirty="0">
              <a:latin typeface="Calibri" panose="020F0502020204030204" pitchFamily="34" charset="0"/>
              <a:ea typeface="Calibri" panose="020F0502020204030204" pitchFamily="34" charset="0"/>
              <a:cs typeface="Calibri" panose="020F0502020204030204" pitchFamily="34" charset="0"/>
              <a:sym typeface="Calibri" panose="020F0502020204030204"/>
            </a:endParaRPr>
          </a:p>
          <a:p>
            <a:pPr marL="342900" lvl="0" indent="-190500" algn="l" rtl="0">
              <a:lnSpc>
                <a:spcPct val="150000"/>
              </a:lnSpc>
              <a:spcBef>
                <a:spcPts val="480"/>
              </a:spcBef>
              <a:spcAft>
                <a:spcPts val="0"/>
              </a:spcAft>
              <a:buClr>
                <a:schemeClr val="dk1"/>
              </a:buClr>
              <a:buSzPts val="2400"/>
            </a:pPr>
            <a:r>
              <a:rPr lang="en-US" altLang="en-US" sz="1800" dirty="0">
                <a:latin typeface="Calibri" panose="020F0502020204030204" pitchFamily="34" charset="0"/>
                <a:ea typeface="Calibri" panose="020F0502020204030204" pitchFamily="34" charset="0"/>
                <a:cs typeface="Calibri" panose="020F0502020204030204" pitchFamily="34" charset="0"/>
                <a:sym typeface="Calibri" panose="020F0502020204030204"/>
              </a:rPr>
              <a:t>To design a low-cost and reliable IoT-based safety solution for monitoring individuals.</a:t>
            </a:r>
            <a:endParaRPr lang="en-US" altLang="en-US" sz="1800" dirty="0">
              <a:latin typeface="Calibri" panose="020F0502020204030204" pitchFamily="34" charset="0"/>
              <a:ea typeface="Calibri" panose="020F0502020204030204" pitchFamily="34" charset="0"/>
              <a:cs typeface="Calibri" panose="020F0502020204030204" pitchFamily="34" charset="0"/>
              <a:sym typeface="Calibri" panose="020F0502020204030204"/>
            </a:endParaRPr>
          </a:p>
        </p:txBody>
      </p:sp>
      <p:sp>
        <p:nvSpPr>
          <p:cNvPr id="105" name="Google Shape;105;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n-US">
                <a:latin typeface="Times New Roman" panose="02020603050405020304" charset="0"/>
                <a:cs typeface="Times New Roman" panose="02020603050405020304" charset="0"/>
              </a:rPr>
              <a:t>Department of ECE, MIT SOES</a:t>
            </a:r>
            <a:endParaRPr lang="en-US">
              <a:latin typeface="Times New Roman" panose="02020603050405020304" charset="0"/>
              <a:cs typeface="Times New Roman" panose="02020603050405020304" charset="0"/>
            </a:endParaRPr>
          </a:p>
        </p:txBody>
      </p:sp>
      <p:sp>
        <p:nvSpPr>
          <p:cNvPr id="106" name="Google Shape;106;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latin typeface="Times New Roman" panose="02020603050405020304" charset="0"/>
                <a:cs typeface="Times New Roman" panose="02020603050405020304" charset="0"/>
              </a:rPr>
            </a:fld>
            <a:endParaRPr lang="en-US">
              <a:latin typeface="Times New Roman" panose="02020603050405020304" charset="0"/>
              <a:cs typeface="Times New Roman" panose="02020603050405020304" charset="0"/>
            </a:endParaRPr>
          </a:p>
        </p:txBody>
      </p:sp>
      <p:pic>
        <p:nvPicPr>
          <p:cNvPr id="2" name="Google Shape;97;p1"/>
          <p:cNvPicPr preferRelativeResize="0"/>
          <p:nvPr/>
        </p:nvPicPr>
        <p:blipFill>
          <a:blip r:embed="rId1"/>
          <a:stretch>
            <a:fillRect/>
          </a:stretch>
        </p:blipFill>
        <p:spPr>
          <a:xfrm>
            <a:off x="7075714" y="136525"/>
            <a:ext cx="1719942" cy="63137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249465" y="196396"/>
            <a:ext cx="8229600" cy="1143000"/>
          </a:xfrm>
          <a:prstGeom prst="rect">
            <a:avLst/>
          </a:prstGeom>
          <a:noFill/>
          <a:ln>
            <a:noFill/>
          </a:ln>
        </p:spPr>
        <p:txBody>
          <a:bodyPr spcFirstLastPara="1" wrap="square" lIns="91425" tIns="45700" rIns="91425" bIns="45700" anchor="ctr" anchorCtr="0">
            <a:normAutofit/>
          </a:bodyPr>
          <a:lstStyle/>
          <a:p>
            <a:pPr lvl="0">
              <a:buClr>
                <a:srgbClr val="7030A0"/>
              </a:buClr>
              <a:buSzPts val="4400"/>
            </a:pPr>
            <a:r>
              <a:rPr lang="en-US" b="1" dirty="0">
                <a:solidFill>
                  <a:srgbClr val="7030A0"/>
                </a:solidFill>
                <a:latin typeface="Times New Roman" panose="02020603050405020304" charset="0"/>
                <a:cs typeface="Times New Roman" panose="02020603050405020304" charset="0"/>
              </a:rPr>
              <a:t>Circuit/Block diagram </a:t>
            </a:r>
            <a:endParaRPr lang="en-US" b="1" dirty="0">
              <a:solidFill>
                <a:srgbClr val="7030A0"/>
              </a:solidFill>
              <a:latin typeface="Times New Roman" panose="02020603050405020304" charset="0"/>
              <a:cs typeface="Times New Roman" panose="02020603050405020304" charset="0"/>
            </a:endParaRPr>
          </a:p>
        </p:txBody>
      </p:sp>
      <p:sp>
        <p:nvSpPr>
          <p:cNvPr id="105" name="Google Shape;105;p21"/>
          <p:cNvSpPr txBox="1">
            <a:spLocks noGrp="1"/>
          </p:cNvSpPr>
          <p:nvPr>
            <p:ph type="ftr" idx="11"/>
          </p:nvPr>
        </p:nvSpPr>
        <p:spPr>
          <a:xfrm>
            <a:off x="3099117" y="632587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n-US">
                <a:latin typeface="Times New Roman" panose="02020603050405020304" charset="0"/>
                <a:cs typeface="Times New Roman" panose="02020603050405020304" charset="0"/>
              </a:rPr>
              <a:t>Department of ECE, MIT SOES</a:t>
            </a:r>
            <a:endParaRPr lang="en-US">
              <a:latin typeface="Times New Roman" panose="02020603050405020304" charset="0"/>
              <a:cs typeface="Times New Roman" panose="02020603050405020304" charset="0"/>
            </a:endParaRPr>
          </a:p>
        </p:txBody>
      </p:sp>
      <p:sp>
        <p:nvSpPr>
          <p:cNvPr id="106" name="Google Shape;106;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latin typeface="Times New Roman" panose="02020603050405020304" charset="0"/>
                <a:cs typeface="Times New Roman" panose="02020603050405020304" charset="0"/>
              </a:rPr>
            </a:fld>
            <a:endParaRPr lang="en-US">
              <a:latin typeface="Times New Roman" panose="02020603050405020304" charset="0"/>
              <a:cs typeface="Times New Roman" panose="02020603050405020304" charset="0"/>
            </a:endParaRPr>
          </a:p>
        </p:txBody>
      </p:sp>
      <p:pic>
        <p:nvPicPr>
          <p:cNvPr id="2" name="Google Shape;97;p1"/>
          <p:cNvPicPr preferRelativeResize="0"/>
          <p:nvPr/>
        </p:nvPicPr>
        <p:blipFill>
          <a:blip r:embed="rId1"/>
          <a:stretch>
            <a:fillRect/>
          </a:stretch>
        </p:blipFill>
        <p:spPr>
          <a:xfrm>
            <a:off x="7075714" y="136525"/>
            <a:ext cx="1719942" cy="631371"/>
          </a:xfrm>
          <a:prstGeom prst="rect">
            <a:avLst/>
          </a:prstGeom>
          <a:noFill/>
          <a:ln>
            <a:noFill/>
          </a:ln>
        </p:spPr>
      </p:pic>
      <p:pic>
        <p:nvPicPr>
          <p:cNvPr id="3" name="Picture 2"/>
          <p:cNvPicPr>
            <a:picLocks noChangeAspect="1"/>
          </p:cNvPicPr>
          <p:nvPr/>
        </p:nvPicPr>
        <p:blipFill>
          <a:blip r:embed="rId2"/>
          <a:stretch>
            <a:fillRect/>
          </a:stretch>
        </p:blipFill>
        <p:spPr>
          <a:xfrm>
            <a:off x="299084" y="1445894"/>
            <a:ext cx="8495665" cy="429323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457200" y="-121362"/>
            <a:ext cx="8229600" cy="1143000"/>
          </a:xfrm>
          <a:prstGeom prst="rect">
            <a:avLst/>
          </a:prstGeom>
          <a:noFill/>
          <a:ln>
            <a:noFill/>
          </a:ln>
        </p:spPr>
        <p:txBody>
          <a:bodyPr spcFirstLastPara="1" wrap="square" lIns="91425" tIns="45700" rIns="91425" bIns="45700" anchor="ctr" anchorCtr="0">
            <a:normAutofit/>
          </a:bodyPr>
          <a:lstStyle/>
          <a:p>
            <a:pPr lvl="0">
              <a:buClr>
                <a:srgbClr val="7030A0"/>
              </a:buClr>
              <a:buSzPts val="4400"/>
            </a:pPr>
            <a:r>
              <a:rPr lang="en-US" sz="5400" b="1" dirty="0">
                <a:solidFill>
                  <a:srgbClr val="7030A0"/>
                </a:solidFill>
                <a:latin typeface="Times New Roman" panose="02020603050405020304" charset="0"/>
                <a:cs typeface="Times New Roman" panose="02020603050405020304" charset="0"/>
              </a:rPr>
              <a:t>Flowchart</a:t>
            </a:r>
            <a:endParaRPr lang="en-US" sz="5400" b="1" dirty="0">
              <a:solidFill>
                <a:srgbClr val="7030A0"/>
              </a:solidFill>
              <a:latin typeface="Times New Roman" panose="02020603050405020304" charset="0"/>
              <a:cs typeface="Times New Roman" panose="02020603050405020304" charset="0"/>
            </a:endParaRPr>
          </a:p>
        </p:txBody>
      </p:sp>
      <p:sp>
        <p:nvSpPr>
          <p:cNvPr id="105" name="Google Shape;105;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n-US">
                <a:latin typeface="Times New Roman" panose="02020603050405020304" charset="0"/>
                <a:cs typeface="Times New Roman" panose="02020603050405020304" charset="0"/>
              </a:rPr>
              <a:t>Department of ECE, MIT SOES</a:t>
            </a:r>
            <a:endParaRPr lang="en-US">
              <a:latin typeface="Times New Roman" panose="02020603050405020304" charset="0"/>
              <a:cs typeface="Times New Roman" panose="02020603050405020304" charset="0"/>
            </a:endParaRPr>
          </a:p>
        </p:txBody>
      </p:sp>
      <p:sp>
        <p:nvSpPr>
          <p:cNvPr id="106" name="Google Shape;106;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latin typeface="Times New Roman" panose="02020603050405020304" charset="0"/>
                <a:cs typeface="Times New Roman" panose="02020603050405020304" charset="0"/>
              </a:rPr>
            </a:fld>
            <a:endParaRPr lang="en-US">
              <a:latin typeface="Times New Roman" panose="02020603050405020304" charset="0"/>
              <a:cs typeface="Times New Roman" panose="02020603050405020304" charset="0"/>
            </a:endParaRPr>
          </a:p>
        </p:txBody>
      </p:sp>
      <p:pic>
        <p:nvPicPr>
          <p:cNvPr id="2" name="Google Shape;97;p1"/>
          <p:cNvPicPr preferRelativeResize="0"/>
          <p:nvPr/>
        </p:nvPicPr>
        <p:blipFill>
          <a:blip r:embed="rId1"/>
          <a:stretch>
            <a:fillRect/>
          </a:stretch>
        </p:blipFill>
        <p:spPr>
          <a:xfrm>
            <a:off x="7075714" y="136525"/>
            <a:ext cx="1719942" cy="631371"/>
          </a:xfrm>
          <a:prstGeom prst="rect">
            <a:avLst/>
          </a:prstGeom>
          <a:noFill/>
          <a:ln>
            <a:noFill/>
          </a:ln>
        </p:spPr>
      </p:pic>
      <p:pic>
        <p:nvPicPr>
          <p:cNvPr id="8" name="Picture 7"/>
          <p:cNvPicPr>
            <a:picLocks noChangeAspect="1"/>
          </p:cNvPicPr>
          <p:nvPr/>
        </p:nvPicPr>
        <p:blipFill>
          <a:blip r:embed="rId2"/>
          <a:srcRect t="9033" b="2104"/>
          <a:stretch>
            <a:fillRect/>
          </a:stretch>
        </p:blipFill>
        <p:spPr>
          <a:xfrm>
            <a:off x="1297858" y="767896"/>
            <a:ext cx="6533536" cy="6090104"/>
          </a:xfrm>
          <a:prstGeom prst="rect">
            <a:avLst/>
          </a:prstGeom>
        </p:spPr>
      </p:pic>
      <p:sp>
        <p:nvSpPr>
          <p:cNvPr id="9" name="TextBox 8"/>
          <p:cNvSpPr txBox="1"/>
          <p:nvPr/>
        </p:nvSpPr>
        <p:spPr>
          <a:xfrm>
            <a:off x="4058059" y="5368413"/>
            <a:ext cx="1180691" cy="246221"/>
          </a:xfrm>
          <a:prstGeom prst="rect">
            <a:avLst/>
          </a:prstGeom>
          <a:noFill/>
        </p:spPr>
        <p:txBody>
          <a:bodyPr wrap="square" rtlCol="0">
            <a:spAutoFit/>
          </a:bodyPr>
          <a:lstStyle/>
          <a:p>
            <a:r>
              <a:rPr lang="en-US" sz="1000" dirty="0">
                <a:solidFill>
                  <a:schemeClr val="bg1"/>
                </a:solidFill>
              </a:rPr>
              <a:t>Person is safe</a:t>
            </a:r>
            <a:endParaRPr lang="en-IN" sz="1000"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457200" y="351538"/>
            <a:ext cx="8229600" cy="1092303"/>
          </a:xfrm>
          <a:prstGeom prst="rect">
            <a:avLst/>
          </a:prstGeom>
          <a:noFill/>
          <a:ln>
            <a:noFill/>
          </a:ln>
        </p:spPr>
        <p:txBody>
          <a:bodyPr spcFirstLastPara="1" wrap="square" lIns="91425" tIns="45700" rIns="91425" bIns="45700" anchor="ctr" anchorCtr="0">
            <a:noAutofit/>
          </a:bodyPr>
          <a:lstStyle/>
          <a:p>
            <a:pPr lvl="0">
              <a:buClr>
                <a:srgbClr val="7030A0"/>
              </a:buClr>
              <a:buSzPts val="4400"/>
            </a:pPr>
            <a:r>
              <a:rPr lang="en-US" sz="3600" dirty="0">
                <a:latin typeface="Times New Roman" panose="02020603050405020304" charset="0"/>
                <a:cs typeface="Times New Roman" panose="02020603050405020304" charset="0"/>
              </a:rPr>
              <a:t> </a:t>
            </a:r>
            <a:r>
              <a:rPr lang="en-US" sz="3600" b="1" dirty="0">
                <a:solidFill>
                  <a:srgbClr val="7030A0"/>
                </a:solidFill>
                <a:latin typeface="Times New Roman" panose="02020603050405020304" charset="0"/>
                <a:cs typeface="Times New Roman" panose="02020603050405020304" charset="0"/>
              </a:rPr>
              <a:t>Discussion on Circuit/Block diagram </a:t>
            </a:r>
            <a:endParaRPr lang="en-US" sz="3600" b="1" dirty="0">
              <a:solidFill>
                <a:srgbClr val="7030A0"/>
              </a:solidFill>
              <a:latin typeface="Times New Roman" panose="02020603050405020304" charset="0"/>
              <a:cs typeface="Times New Roman" panose="02020603050405020304" charset="0"/>
            </a:endParaRPr>
          </a:p>
        </p:txBody>
      </p:sp>
      <p:sp>
        <p:nvSpPr>
          <p:cNvPr id="105" name="Google Shape;105;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n-US">
                <a:latin typeface="Times New Roman" panose="02020603050405020304" charset="0"/>
                <a:cs typeface="Times New Roman" panose="02020603050405020304" charset="0"/>
              </a:rPr>
              <a:t>Department of ECE, MIT SOES</a:t>
            </a:r>
            <a:endParaRPr lang="en-US">
              <a:latin typeface="Times New Roman" panose="02020603050405020304" charset="0"/>
              <a:cs typeface="Times New Roman" panose="02020603050405020304" charset="0"/>
            </a:endParaRPr>
          </a:p>
        </p:txBody>
      </p:sp>
      <p:sp>
        <p:nvSpPr>
          <p:cNvPr id="106" name="Google Shape;106;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latin typeface="Times New Roman" panose="02020603050405020304" charset="0"/>
                <a:cs typeface="Times New Roman" panose="02020603050405020304" charset="0"/>
              </a:rPr>
            </a:fld>
            <a:endParaRPr lang="en-US">
              <a:latin typeface="Times New Roman" panose="02020603050405020304" charset="0"/>
              <a:cs typeface="Times New Roman" panose="02020603050405020304" charset="0"/>
            </a:endParaRPr>
          </a:p>
        </p:txBody>
      </p:sp>
      <p:pic>
        <p:nvPicPr>
          <p:cNvPr id="2" name="Google Shape;97;p1"/>
          <p:cNvPicPr preferRelativeResize="0"/>
          <p:nvPr/>
        </p:nvPicPr>
        <p:blipFill>
          <a:blip r:embed="rId1"/>
          <a:stretch>
            <a:fillRect/>
          </a:stretch>
        </p:blipFill>
        <p:spPr>
          <a:xfrm>
            <a:off x="7075714" y="136525"/>
            <a:ext cx="1719942" cy="631371"/>
          </a:xfrm>
          <a:prstGeom prst="rect">
            <a:avLst/>
          </a:prstGeom>
          <a:noFill/>
          <a:ln>
            <a:noFill/>
          </a:ln>
        </p:spPr>
      </p:pic>
      <p:sp>
        <p:nvSpPr>
          <p:cNvPr id="6" name="TextBox 5"/>
          <p:cNvSpPr txBox="1"/>
          <p:nvPr/>
        </p:nvSpPr>
        <p:spPr>
          <a:xfrm>
            <a:off x="335092" y="1443841"/>
            <a:ext cx="8473816" cy="5078313"/>
          </a:xfrm>
          <a:prstGeom prst="rect">
            <a:avLst/>
          </a:prstGeom>
          <a:noFill/>
        </p:spPr>
        <p:txBody>
          <a:bodyPr wrap="square">
            <a:spAutoFit/>
          </a:bodyPr>
          <a:lstStyle/>
          <a:p>
            <a:pPr marL="285750" indent="-285750">
              <a:buFont typeface="Arial" panose="020B0604020202020204" pitchFamily="34" charset="0"/>
              <a:buChar char="•"/>
            </a:pPr>
            <a:r>
              <a:rPr lang="en-IN" sz="1800" dirty="0">
                <a:latin typeface="Times New Roman" panose="02020603050405020304" charset="0"/>
                <a:cs typeface="Times New Roman" panose="02020603050405020304" charset="0"/>
              </a:rPr>
              <a:t>The system starts when a child or elderly person wears a smart band with Bluetooth and QR code.</a:t>
            </a:r>
            <a:endParaRPr lang="en-IN" sz="18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IN" sz="1800" dirty="0">
                <a:latin typeface="Times New Roman" panose="02020603050405020304" charset="0"/>
                <a:cs typeface="Times New Roman" panose="02020603050405020304" charset="0"/>
              </a:rPr>
              <a:t>The family member opens the mobile application to monitor the person.</a:t>
            </a:r>
            <a:endParaRPr lang="en-IN" sz="18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IN" sz="1800" dirty="0">
                <a:latin typeface="Times New Roman" panose="02020603050405020304" charset="0"/>
                <a:cs typeface="Times New Roman" panose="02020603050405020304" charset="0"/>
              </a:rPr>
              <a:t> The band number is registered in the mobile app for identification.</a:t>
            </a:r>
            <a:endParaRPr lang="en-IN" sz="18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IN" sz="1800" dirty="0">
                <a:latin typeface="Times New Roman" panose="02020603050405020304" charset="0"/>
                <a:cs typeface="Times New Roman" panose="02020603050405020304" charset="0"/>
              </a:rPr>
              <a:t> The family contact number and management office number are added in the system. </a:t>
            </a:r>
            <a:endParaRPr lang="en-IN" sz="18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IN" sz="1800" dirty="0">
                <a:latin typeface="Times New Roman" panose="02020603050405020304" charset="0"/>
                <a:cs typeface="Times New Roman" panose="02020603050405020304" charset="0"/>
              </a:rPr>
              <a:t>A Bluetooth connection is established between the smart band and the mobile phone.</a:t>
            </a:r>
            <a:endParaRPr lang="en-IN" sz="18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IN" sz="1800" dirty="0">
                <a:latin typeface="Times New Roman" panose="02020603050405020304" charset="0"/>
                <a:cs typeface="Times New Roman" panose="02020603050405020304" charset="0"/>
              </a:rPr>
              <a:t>The system continuously checks the distance between the band and the mobile phone. </a:t>
            </a:r>
            <a:endParaRPr lang="en-IN" sz="18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IN" sz="1800" dirty="0">
                <a:latin typeface="Times New Roman" panose="02020603050405020304" charset="0"/>
                <a:cs typeface="Times New Roman" panose="02020603050405020304" charset="0"/>
              </a:rPr>
              <a:t>If the person remains within the Bluetooth range, the system keeps monitoring and the person is safe</a:t>
            </a:r>
            <a:endParaRPr lang="en-IN" sz="18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IN" sz="1800" dirty="0">
                <a:latin typeface="Times New Roman" panose="02020603050405020304" charset="0"/>
                <a:cs typeface="Times New Roman" panose="02020603050405020304" charset="0"/>
              </a:rPr>
              <a:t> If the person moves outside the Bluetooth range, the system sends an alert notification to the family phone.</a:t>
            </a:r>
            <a:endParaRPr lang="en-IN" sz="18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IN" sz="1800" dirty="0">
                <a:latin typeface="Times New Roman" panose="02020603050405020304" charset="0"/>
                <a:cs typeface="Times New Roman" panose="02020603050405020304" charset="0"/>
              </a:rPr>
              <a:t>After that, the management office is also informed to help locate the person. </a:t>
            </a:r>
            <a:endParaRPr lang="en-IN" sz="18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IN" sz="1800" dirty="0">
                <a:latin typeface="Times New Roman" panose="02020603050405020304" charset="0"/>
                <a:cs typeface="Times New Roman" panose="02020603050405020304" charset="0"/>
              </a:rPr>
              <a:t>If the person is out of the range and the guardian is not </a:t>
            </a:r>
            <a:r>
              <a:rPr lang="en-IN" sz="1800" dirty="0" err="1">
                <a:latin typeface="Times New Roman" panose="02020603050405020304" charset="0"/>
                <a:cs typeface="Times New Roman" panose="02020603050405020304" charset="0"/>
              </a:rPr>
              <a:t>alterted</a:t>
            </a:r>
            <a:r>
              <a:rPr lang="en-IN" sz="1800" dirty="0">
                <a:latin typeface="Times New Roman" panose="02020603050405020304" charset="0"/>
                <a:cs typeface="Times New Roman" panose="02020603050405020304" charset="0"/>
              </a:rPr>
              <a:t> due to some issues, there will be the </a:t>
            </a:r>
            <a:r>
              <a:rPr lang="en-IN" sz="1800" dirty="0" err="1">
                <a:latin typeface="Times New Roman" panose="02020603050405020304" charset="0"/>
                <a:cs typeface="Times New Roman" panose="02020603050405020304" charset="0"/>
              </a:rPr>
              <a:t>Qrcode</a:t>
            </a:r>
            <a:r>
              <a:rPr lang="en-IN" sz="1800" dirty="0">
                <a:latin typeface="Times New Roman" panose="02020603050405020304" charset="0"/>
                <a:cs typeface="Times New Roman" panose="02020603050405020304" charset="0"/>
              </a:rPr>
              <a:t> on the band.</a:t>
            </a:r>
            <a:endParaRPr lang="en-IN" sz="18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IN" sz="1800" dirty="0">
                <a:latin typeface="Times New Roman" panose="02020603050405020304" charset="0"/>
                <a:cs typeface="Times New Roman" panose="02020603050405020304" charset="0"/>
              </a:rPr>
              <a:t>By scanning that QR code the person scanning it will get the information of the guardian and the management office. </a:t>
            </a:r>
            <a:endParaRPr lang="en-IN" sz="18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IN" sz="1800" dirty="0">
                <a:latin typeface="Times New Roman" panose="02020603050405020304" charset="0"/>
                <a:cs typeface="Times New Roman" panose="02020603050405020304" charset="0"/>
              </a:rPr>
              <a:t>This system helps in quick detection and recovery of lost children or elderly people in crowded places.</a:t>
            </a:r>
            <a:endParaRPr lang="en-IN" sz="1800" dirty="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348344" y="767896"/>
            <a:ext cx="8229600" cy="1092303"/>
          </a:xfrm>
          <a:prstGeom prst="rect">
            <a:avLst/>
          </a:prstGeom>
          <a:noFill/>
          <a:ln>
            <a:noFill/>
          </a:ln>
        </p:spPr>
        <p:txBody>
          <a:bodyPr spcFirstLastPara="1" wrap="square" lIns="91425" tIns="45700" rIns="91425" bIns="45700" anchor="ctr" anchorCtr="0">
            <a:noAutofit/>
          </a:bodyPr>
          <a:lstStyle/>
          <a:p>
            <a:pPr>
              <a:buClr>
                <a:srgbClr val="7030A0"/>
              </a:buClr>
              <a:buSzPts val="4400"/>
            </a:pPr>
            <a:r>
              <a:rPr lang="en-US" sz="3600" b="1" dirty="0">
                <a:solidFill>
                  <a:srgbClr val="7030A0"/>
                </a:solidFill>
                <a:latin typeface="Times New Roman" panose="02020603050405020304" charset="0"/>
                <a:cs typeface="Times New Roman" panose="02020603050405020304" charset="0"/>
              </a:rPr>
              <a:t>  </a:t>
            </a:r>
            <a:r>
              <a:rPr lang="en-US" sz="4000" b="1" dirty="0">
                <a:solidFill>
                  <a:srgbClr val="7030A0"/>
                </a:solidFill>
                <a:latin typeface="Times New Roman" panose="02020603050405020304" charset="0"/>
                <a:cs typeface="Times New Roman" panose="02020603050405020304" charset="0"/>
              </a:rPr>
              <a:t>Work plan Till next presentation </a:t>
            </a:r>
            <a:br>
              <a:rPr lang="en-US" sz="3600" dirty="0">
                <a:latin typeface="Times New Roman" panose="02020603050405020304" charset="0"/>
                <a:cs typeface="Times New Roman" panose="02020603050405020304" charset="0"/>
              </a:rPr>
            </a:br>
            <a:r>
              <a:rPr lang="en-US" sz="3600" b="1" dirty="0">
                <a:solidFill>
                  <a:srgbClr val="7030A0"/>
                </a:solidFill>
                <a:latin typeface="Times New Roman" panose="02020603050405020304" charset="0"/>
                <a:cs typeface="Times New Roman" panose="02020603050405020304" charset="0"/>
              </a:rPr>
              <a:t> </a:t>
            </a:r>
            <a:endParaRPr lang="en-US" sz="3600" b="1" dirty="0">
              <a:solidFill>
                <a:srgbClr val="7030A0"/>
              </a:solidFill>
              <a:latin typeface="Times New Roman" panose="02020603050405020304" charset="0"/>
              <a:cs typeface="Times New Roman" panose="02020603050405020304" charset="0"/>
            </a:endParaRPr>
          </a:p>
        </p:txBody>
      </p:sp>
      <p:sp>
        <p:nvSpPr>
          <p:cNvPr id="105" name="Google Shape;105;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n-US">
                <a:latin typeface="Times New Roman" panose="02020603050405020304" charset="0"/>
                <a:cs typeface="Times New Roman" panose="02020603050405020304" charset="0"/>
              </a:rPr>
              <a:t>Department of ECE, MIT SOES</a:t>
            </a:r>
            <a:endParaRPr lang="en-US">
              <a:latin typeface="Times New Roman" panose="02020603050405020304" charset="0"/>
              <a:cs typeface="Times New Roman" panose="02020603050405020304" charset="0"/>
            </a:endParaRPr>
          </a:p>
        </p:txBody>
      </p:sp>
      <p:sp>
        <p:nvSpPr>
          <p:cNvPr id="106" name="Google Shape;106;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latin typeface="Times New Roman" panose="02020603050405020304" charset="0"/>
                <a:cs typeface="Times New Roman" panose="02020603050405020304" charset="0"/>
              </a:rPr>
            </a:fld>
            <a:endParaRPr lang="en-US">
              <a:latin typeface="Times New Roman" panose="02020603050405020304" charset="0"/>
              <a:cs typeface="Times New Roman" panose="02020603050405020304" charset="0"/>
            </a:endParaRPr>
          </a:p>
        </p:txBody>
      </p:sp>
      <p:pic>
        <p:nvPicPr>
          <p:cNvPr id="2" name="Google Shape;97;p1"/>
          <p:cNvPicPr preferRelativeResize="0"/>
          <p:nvPr/>
        </p:nvPicPr>
        <p:blipFill>
          <a:blip r:embed="rId1"/>
          <a:stretch>
            <a:fillRect/>
          </a:stretch>
        </p:blipFill>
        <p:spPr>
          <a:xfrm>
            <a:off x="7075714" y="136525"/>
            <a:ext cx="1719942" cy="631371"/>
          </a:xfrm>
          <a:prstGeom prst="rect">
            <a:avLst/>
          </a:prstGeom>
          <a:noFill/>
          <a:ln>
            <a:noFill/>
          </a:ln>
        </p:spPr>
      </p:pic>
      <p:sp>
        <p:nvSpPr>
          <p:cNvPr id="8" name="TextBox 7"/>
          <p:cNvSpPr txBox="1"/>
          <p:nvPr/>
        </p:nvSpPr>
        <p:spPr>
          <a:xfrm>
            <a:off x="596900" y="1663700"/>
            <a:ext cx="7835900" cy="3785652"/>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charset="0"/>
                <a:cs typeface="Times New Roman" panose="02020603050405020304" charset="0"/>
              </a:rPr>
              <a:t>In this presentation, we will show the QR code part of our Lost and Found System.</a:t>
            </a:r>
            <a:endParaRPr lang="en-US"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1600" dirty="0">
                <a:latin typeface="Times New Roman" panose="02020603050405020304" charset="0"/>
                <a:cs typeface="Times New Roman" panose="02020603050405020304" charset="0"/>
              </a:rPr>
              <a:t> The QR code is placed on the smart band and contains the family contact details.</a:t>
            </a:r>
            <a:endParaRPr lang="en-US"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1600" dirty="0">
                <a:latin typeface="Times New Roman" panose="02020603050405020304" charset="0"/>
                <a:cs typeface="Times New Roman" panose="02020603050405020304" charset="0"/>
              </a:rPr>
              <a:t> If the person gets lost, anyone can scan the QR code and inform the family, helping the person return safely. </a:t>
            </a:r>
            <a:endParaRPr lang="en-US"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1600" dirty="0">
                <a:latin typeface="Times New Roman" panose="02020603050405020304" charset="0"/>
                <a:cs typeface="Times New Roman" panose="02020603050405020304" charset="0"/>
              </a:rPr>
              <a:t>In the next presentation, we will present the Bluetooth monitoring part of the system.</a:t>
            </a:r>
            <a:endParaRPr lang="en-US"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1600" dirty="0">
                <a:latin typeface="Times New Roman" panose="02020603050405020304" charset="0"/>
                <a:cs typeface="Times New Roman" panose="02020603050405020304" charset="0"/>
              </a:rPr>
              <a:t> In this module, the smart band will be connected to the guardian’s mobile phone through Bluetooth. </a:t>
            </a:r>
            <a:endParaRPr lang="en-US"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1600" dirty="0">
                <a:latin typeface="Times New Roman" panose="02020603050405020304" charset="0"/>
                <a:cs typeface="Times New Roman" panose="02020603050405020304" charset="0"/>
              </a:rPr>
              <a:t>The system will continuously monitor the distance between the band and the mobile phone. </a:t>
            </a:r>
            <a:endParaRPr lang="en-US"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1600" dirty="0">
                <a:latin typeface="Times New Roman" panose="02020603050405020304" charset="0"/>
                <a:cs typeface="Times New Roman" panose="02020603050405020304" charset="0"/>
              </a:rPr>
              <a:t>If the person moves outside the safe Bluetooth range, the system will automatically send an alert notification to the family member. </a:t>
            </a:r>
            <a:endParaRPr lang="en-US"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1600" dirty="0">
                <a:latin typeface="Times New Roman" panose="02020603050405020304" charset="0"/>
                <a:cs typeface="Times New Roman" panose="02020603050405020304" charset="0"/>
              </a:rPr>
              <a:t>This feature works as a precautionary measure and helps the guardian take action before the person actually gets lost.</a:t>
            </a:r>
            <a:endParaRPr lang="en-US" sz="16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1600" dirty="0">
                <a:latin typeface="Times New Roman" panose="02020603050405020304" charset="0"/>
                <a:cs typeface="Times New Roman" panose="02020603050405020304" charset="0"/>
              </a:rPr>
              <a:t> Together, these modules will make the system more effective in ensuring safety in crowded places.</a:t>
            </a:r>
            <a:endParaRPr lang="en-IN" sz="16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178904" y="144319"/>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7030A0"/>
              </a:buClr>
              <a:buSzPts val="4400"/>
              <a:buFont typeface="Calibri" panose="020F0502020204030204"/>
              <a:buNone/>
            </a:pPr>
            <a:r>
              <a:rPr lang="en-US" b="1">
                <a:solidFill>
                  <a:srgbClr val="7030A0"/>
                </a:solidFill>
                <a:latin typeface="Times New Roman" panose="02020603050405020304" charset="0"/>
                <a:cs typeface="Times New Roman" panose="02020603050405020304" charset="0"/>
              </a:rPr>
              <a:t>Conclusion</a:t>
            </a:r>
            <a:endParaRPr lang="en-US" b="1">
              <a:solidFill>
                <a:srgbClr val="7030A0"/>
              </a:solidFill>
              <a:latin typeface="Times New Roman" panose="02020603050405020304" charset="0"/>
              <a:cs typeface="Times New Roman" panose="02020603050405020304" charset="0"/>
            </a:endParaRPr>
          </a:p>
        </p:txBody>
      </p:sp>
      <p:sp>
        <p:nvSpPr>
          <p:cNvPr id="104" name="Google Shape;104;p21"/>
          <p:cNvSpPr txBox="1">
            <a:spLocks noGrp="1"/>
          </p:cNvSpPr>
          <p:nvPr>
            <p:ph type="body" idx="1"/>
          </p:nvPr>
        </p:nvSpPr>
        <p:spPr>
          <a:xfrm>
            <a:off x="430696" y="1361661"/>
            <a:ext cx="8229600" cy="4525963"/>
          </a:xfrm>
          <a:prstGeom prst="rect">
            <a:avLst/>
          </a:prstGeom>
          <a:noFill/>
          <a:ln>
            <a:noFill/>
          </a:ln>
        </p:spPr>
        <p:txBody>
          <a:bodyPr spcFirstLastPara="1" wrap="square" lIns="91425" tIns="45700" rIns="91425" bIns="45700" anchor="t" anchorCtr="0">
            <a:noAutofit/>
          </a:bodyPr>
          <a:lstStyle/>
          <a:p>
            <a:pPr marL="342900" lvl="0" indent="-190500">
              <a:lnSpc>
                <a:spcPct val="150000"/>
              </a:lnSpc>
              <a:spcBef>
                <a:spcPts val="480"/>
              </a:spcBef>
              <a:buSzPts val="2400"/>
            </a:pPr>
            <a:r>
              <a:rPr lang="en-US" sz="1800" dirty="0">
                <a:latin typeface="Calibri" panose="020F0502020204030204" pitchFamily="34" charset="0"/>
                <a:ea typeface="Calibri" panose="020F0502020204030204" pitchFamily="34" charset="0"/>
                <a:cs typeface="Calibri" panose="020F0502020204030204" pitchFamily="34" charset="0"/>
              </a:rPr>
              <a:t>The smart safety and tracking system helps improve the safety of children and vulnerable individuals. It uses technologies like GPS, GSM, and BLE to track location and send alerts in emergencies. This system is reliable, cost-effective, and provides real-time monitoring, giving parents and caregivers better security and peace of mind</a:t>
            </a:r>
            <a:r>
              <a:rPr lang="en-US" altLang="en-US" sz="1800" dirty="0">
                <a:latin typeface="Calibri" panose="020F0502020204030204" pitchFamily="34" charset="0"/>
                <a:ea typeface="Calibri" panose="020F0502020204030204" pitchFamily="34" charset="0"/>
                <a:cs typeface="Calibri" panose="020F0502020204030204" pitchFamily="34" charset="0"/>
                <a:sym typeface="Calibri" panose="020F0502020204030204"/>
              </a:rPr>
              <a:t>.</a:t>
            </a:r>
            <a:endParaRPr lang="en-US" altLang="en-US" sz="1800" dirty="0">
              <a:latin typeface="Calibri" panose="020F0502020204030204" pitchFamily="34" charset="0"/>
              <a:ea typeface="Calibri" panose="020F0502020204030204" pitchFamily="34" charset="0"/>
              <a:cs typeface="Calibri" panose="020F0502020204030204" pitchFamily="34" charset="0"/>
              <a:sym typeface="Calibri" panose="020F0502020204030204"/>
            </a:endParaRPr>
          </a:p>
        </p:txBody>
      </p:sp>
      <p:sp>
        <p:nvSpPr>
          <p:cNvPr id="105" name="Google Shape;105;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n-US">
                <a:latin typeface="Times New Roman" panose="02020603050405020304" charset="0"/>
                <a:cs typeface="Times New Roman" panose="02020603050405020304" charset="0"/>
              </a:rPr>
              <a:t>Department of ECE, MIT SOES</a:t>
            </a:r>
            <a:endParaRPr lang="en-US">
              <a:latin typeface="Times New Roman" panose="02020603050405020304" charset="0"/>
              <a:cs typeface="Times New Roman" panose="02020603050405020304" charset="0"/>
            </a:endParaRPr>
          </a:p>
        </p:txBody>
      </p:sp>
      <p:sp>
        <p:nvSpPr>
          <p:cNvPr id="106" name="Google Shape;106;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latin typeface="Times New Roman" panose="02020603050405020304" charset="0"/>
                <a:cs typeface="Times New Roman" panose="02020603050405020304" charset="0"/>
              </a:rPr>
            </a:fld>
            <a:endParaRPr lang="en-US">
              <a:latin typeface="Times New Roman" panose="02020603050405020304" charset="0"/>
              <a:cs typeface="Times New Roman" panose="02020603050405020304" charset="0"/>
            </a:endParaRPr>
          </a:p>
        </p:txBody>
      </p:sp>
      <p:pic>
        <p:nvPicPr>
          <p:cNvPr id="2" name="Google Shape;97;p1"/>
          <p:cNvPicPr preferRelativeResize="0"/>
          <p:nvPr/>
        </p:nvPicPr>
        <p:blipFill>
          <a:blip r:embed="rId1"/>
          <a:stretch>
            <a:fillRect/>
          </a:stretch>
        </p:blipFill>
        <p:spPr>
          <a:xfrm>
            <a:off x="7075714" y="136525"/>
            <a:ext cx="1719942" cy="63137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348344" y="767896"/>
            <a:ext cx="8229600" cy="1092303"/>
          </a:xfrm>
          <a:prstGeom prst="rect">
            <a:avLst/>
          </a:prstGeom>
          <a:noFill/>
          <a:ln>
            <a:noFill/>
          </a:ln>
        </p:spPr>
        <p:txBody>
          <a:bodyPr spcFirstLastPara="1" wrap="square" lIns="91425" tIns="45700" rIns="91425" bIns="45700" anchor="ctr" anchorCtr="0">
            <a:noAutofit/>
          </a:bodyPr>
          <a:lstStyle/>
          <a:p>
            <a:pPr>
              <a:buClr>
                <a:srgbClr val="7030A0"/>
              </a:buClr>
              <a:buSzPts val="4400"/>
            </a:pPr>
            <a:r>
              <a:rPr lang="en-US" sz="3600" b="1" dirty="0">
                <a:solidFill>
                  <a:srgbClr val="7030A0"/>
                </a:solidFill>
                <a:latin typeface="Times New Roman" panose="02020603050405020304" charset="0"/>
                <a:cs typeface="Times New Roman" panose="02020603050405020304" charset="0"/>
              </a:rPr>
              <a:t>  </a:t>
            </a:r>
            <a:r>
              <a:rPr lang="en-US" sz="3600" b="1" dirty="0" err="1">
                <a:solidFill>
                  <a:srgbClr val="7030A0"/>
                </a:solidFill>
                <a:latin typeface="Times New Roman" panose="02020603050405020304" charset="0"/>
                <a:cs typeface="Times New Roman" panose="02020603050405020304" charset="0"/>
              </a:rPr>
              <a:t>Refrences</a:t>
            </a:r>
            <a:br>
              <a:rPr lang="en-US" sz="3600" dirty="0">
                <a:latin typeface="Times New Roman" panose="02020603050405020304" charset="0"/>
                <a:cs typeface="Times New Roman" panose="02020603050405020304" charset="0"/>
              </a:rPr>
            </a:br>
            <a:r>
              <a:rPr lang="en-US" sz="3600" b="1" dirty="0">
                <a:solidFill>
                  <a:srgbClr val="7030A0"/>
                </a:solidFill>
                <a:latin typeface="Times New Roman" panose="02020603050405020304" charset="0"/>
                <a:cs typeface="Times New Roman" panose="02020603050405020304" charset="0"/>
              </a:rPr>
              <a:t> </a:t>
            </a:r>
            <a:endParaRPr lang="en-US" sz="3600" b="1" dirty="0">
              <a:solidFill>
                <a:srgbClr val="7030A0"/>
              </a:solidFill>
              <a:latin typeface="Times New Roman" panose="02020603050405020304" charset="0"/>
              <a:cs typeface="Times New Roman" panose="02020603050405020304" charset="0"/>
            </a:endParaRPr>
          </a:p>
        </p:txBody>
      </p:sp>
      <p:sp>
        <p:nvSpPr>
          <p:cNvPr id="105" name="Google Shape;105;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n-US">
                <a:latin typeface="Times New Roman" panose="02020603050405020304" charset="0"/>
                <a:cs typeface="Times New Roman" panose="02020603050405020304" charset="0"/>
              </a:rPr>
              <a:t>Department of ECE, MIT SOES</a:t>
            </a:r>
            <a:endParaRPr lang="en-US">
              <a:latin typeface="Times New Roman" panose="02020603050405020304" charset="0"/>
              <a:cs typeface="Times New Roman" panose="02020603050405020304" charset="0"/>
            </a:endParaRPr>
          </a:p>
        </p:txBody>
      </p:sp>
      <p:sp>
        <p:nvSpPr>
          <p:cNvPr id="106" name="Google Shape;106;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latin typeface="Times New Roman" panose="02020603050405020304" charset="0"/>
                <a:cs typeface="Times New Roman" panose="02020603050405020304" charset="0"/>
              </a:rPr>
            </a:fld>
            <a:endParaRPr lang="en-US">
              <a:latin typeface="Times New Roman" panose="02020603050405020304" charset="0"/>
              <a:cs typeface="Times New Roman" panose="02020603050405020304" charset="0"/>
            </a:endParaRPr>
          </a:p>
        </p:txBody>
      </p:sp>
      <p:pic>
        <p:nvPicPr>
          <p:cNvPr id="2" name="Google Shape;97;p1"/>
          <p:cNvPicPr preferRelativeResize="0"/>
          <p:nvPr/>
        </p:nvPicPr>
        <p:blipFill>
          <a:blip r:embed="rId1"/>
          <a:stretch>
            <a:fillRect/>
          </a:stretch>
        </p:blipFill>
        <p:spPr>
          <a:xfrm>
            <a:off x="7075714" y="136525"/>
            <a:ext cx="1719942" cy="631371"/>
          </a:xfrm>
          <a:prstGeom prst="rect">
            <a:avLst/>
          </a:prstGeom>
          <a:noFill/>
          <a:ln>
            <a:noFill/>
          </a:ln>
        </p:spPr>
      </p:pic>
      <p:sp>
        <p:nvSpPr>
          <p:cNvPr id="6" name="TextBox 5"/>
          <p:cNvSpPr txBox="1"/>
          <p:nvPr/>
        </p:nvSpPr>
        <p:spPr>
          <a:xfrm>
            <a:off x="838200" y="1860199"/>
            <a:ext cx="7758794" cy="2891790"/>
          </a:xfrm>
          <a:prstGeom prst="rect">
            <a:avLst/>
          </a:prstGeom>
          <a:noFill/>
        </p:spPr>
        <p:txBody>
          <a:bodyPr wrap="square" rtlCol="0">
            <a:spAutoFit/>
          </a:bodyPr>
          <a:lstStyle/>
          <a:p>
            <a:pPr marL="285750" indent="-285750">
              <a:buFont typeface="Arial" panose="020B0604020202020204" pitchFamily="34" charset="0"/>
              <a:buChar char="•"/>
            </a:pPr>
            <a:r>
              <a:rPr lang="en-US" dirty="0"/>
              <a:t>Smart Wearable </a:t>
            </a:r>
            <a:r>
              <a:rPr lang="en-US" dirty="0" err="1"/>
              <a:t>Iot</a:t>
            </a:r>
            <a:r>
              <a:rPr lang="en-US" dirty="0"/>
              <a:t> Device For Child Safety And Location Tracking  </a:t>
            </a:r>
            <a:endParaRPr lang="en-US" dirty="0"/>
          </a:p>
          <a:p>
            <a:r>
              <a:rPr lang="en-IN" dirty="0">
                <a:hlinkClick r:id="rId2"/>
              </a:rPr>
              <a:t>https://www.ijcrt.org/papers/IJCRT2505697.pdf?utm_source=chatgpt.com</a:t>
            </a:r>
            <a:endParaRPr lang="en-IN" dirty="0"/>
          </a:p>
          <a:p>
            <a:pPr marL="285750" indent="-285750">
              <a:buFont typeface="Arial" panose="020B0604020202020204" pitchFamily="34" charset="0"/>
              <a:buChar char="•"/>
            </a:pPr>
            <a:r>
              <a:rPr lang="en-US" dirty="0"/>
              <a:t>Design of BLE Based Child Tracking Device</a:t>
            </a:r>
            <a:endParaRPr lang="en-US" dirty="0"/>
          </a:p>
          <a:p>
            <a:r>
              <a:rPr lang="en-IN" dirty="0">
                <a:hlinkClick r:id="rId3"/>
              </a:rPr>
              <a:t>https://www.ijresm.com/Vol.2_2019/Vol2_Iss3_March19/IJRESM_V2_I3_152.pdf?utm_source=chatgpt.com</a:t>
            </a:r>
            <a:endParaRPr lang="en-IN" dirty="0"/>
          </a:p>
          <a:p>
            <a:pPr marL="285750" indent="-285750">
              <a:buFont typeface="Arial" panose="020B0604020202020204" pitchFamily="34" charset="0"/>
              <a:buChar char="•"/>
            </a:pPr>
            <a:r>
              <a:rPr lang="en-IN" dirty="0"/>
              <a:t>IEEE </a:t>
            </a:r>
            <a:r>
              <a:rPr lang="en-IN" dirty="0">
                <a:hlinkClick r:id="rId4"/>
              </a:rPr>
              <a:t>https://ieeexplore.ieee.org</a:t>
            </a:r>
            <a:endParaRPr lang="en-IN" dirty="0"/>
          </a:p>
          <a:p>
            <a:pPr marL="285750" indent="-285750">
              <a:buFont typeface="Arial" panose="020B0604020202020204" pitchFamily="34" charset="0"/>
              <a:buChar char="•"/>
            </a:pPr>
            <a:r>
              <a:rPr lang="en-US" dirty="0"/>
              <a:t>BLE Bluetooth Beacon based Solution to Monitor Alzheimer Patients</a:t>
            </a:r>
            <a:endParaRPr lang="en-US" dirty="0"/>
          </a:p>
          <a:p>
            <a:r>
              <a:rPr lang="en-IN" dirty="0">
                <a:hlinkClick r:id="rId5"/>
              </a:rPr>
              <a:t>https://www.researchgate.net/publication/339543310_BLE_Bluetooth_Beacon_based_Solution_to_Monitor_Egress_of_Alzheimer%27s_Disease_Sufferers_from_Indoors?utm_source=chatgpt.com</a:t>
            </a:r>
            <a:endParaRPr lang="en-IN" dirty="0"/>
          </a:p>
          <a:p>
            <a:pPr marL="285750" indent="-285750">
              <a:buFont typeface="Arial" panose="020B0604020202020204" pitchFamily="34" charset="0"/>
              <a:buChar char="•"/>
            </a:pPr>
            <a:r>
              <a:rPr lang="en-US" dirty="0"/>
              <a:t>Monitoring Wandering Behavior of Persons with Dementia Using BLE</a:t>
            </a:r>
            <a:endParaRPr lang="en-US" dirty="0"/>
          </a:p>
          <a:p>
            <a:r>
              <a:rPr lang="en-IN" dirty="0">
                <a:hlinkClick r:id="rId6"/>
              </a:rPr>
              <a:t>https://arxiv.org/abs/2403.19704</a:t>
            </a:r>
            <a:endParaRPr lang="en-IN" dirty="0"/>
          </a:p>
          <a:p>
            <a:pPr marL="285750" indent="-285750">
              <a:buFont typeface="Arial" panose="020B0604020202020204" pitchFamily="34" charset="0"/>
              <a:buChar char="•"/>
            </a:pPr>
            <a:endParaRPr lang="en-IN"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9" descr="What is Question and Answers Submissions in SEO?"/>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15" name="Google Shape;115;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n-US"/>
              <a:t>Department of ECE, MIT SOES</a:t>
            </a:r>
            <a:endParaRPr lang="en-US"/>
          </a:p>
        </p:txBody>
      </p:sp>
      <p:sp>
        <p:nvSpPr>
          <p:cNvPr id="116" name="Google Shape;116;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fld>
            <a:endParaRPr lang="en-US"/>
          </a:p>
        </p:txBody>
      </p:sp>
      <p:pic>
        <p:nvPicPr>
          <p:cNvPr id="2" name="Google Shape;97;p1"/>
          <p:cNvPicPr preferRelativeResize="0"/>
          <p:nvPr/>
        </p:nvPicPr>
        <p:blipFill>
          <a:blip r:embed="rId1"/>
          <a:stretch>
            <a:fillRect/>
          </a:stretch>
        </p:blipFill>
        <p:spPr>
          <a:xfrm>
            <a:off x="7269480" y="200933"/>
            <a:ext cx="1709056" cy="576942"/>
          </a:xfrm>
          <a:prstGeom prst="rect">
            <a:avLst/>
          </a:prstGeom>
          <a:noFill/>
          <a:ln>
            <a:noFill/>
          </a:ln>
        </p:spPr>
      </p:pic>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6329" t="4617" r="16329" b="2402"/>
          <a:stretch>
            <a:fillRect/>
          </a:stretch>
        </p:blipFill>
        <p:spPr>
          <a:xfrm>
            <a:off x="540975" y="883920"/>
            <a:ext cx="2091395" cy="2678974"/>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t="17092"/>
          <a:stretch>
            <a:fillRect/>
          </a:stretch>
        </p:blipFill>
        <p:spPr>
          <a:xfrm>
            <a:off x="3169920" y="868090"/>
            <a:ext cx="1959270" cy="2678974"/>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11553" y="883920"/>
            <a:ext cx="1906851" cy="2647314"/>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0975" y="3912096"/>
            <a:ext cx="2091395" cy="2424795"/>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pic>
        <p:nvPicPr>
          <p:cNvPr id="2050" name="Picture 2" descr="C:\Users\Ankit\Downloads\WhatsApp Image 2026-03-23 at 10.45.34 PM.jpeg"/>
          <p:cNvPicPr>
            <a:picLocks noChangeAspect="1" noChangeArrowheads="1"/>
          </p:cNvPicPr>
          <p:nvPr/>
        </p:nvPicPr>
        <p:blipFill rotWithShape="1">
          <a:blip r:embed="rId6">
            <a:extLst>
              <a:ext uri="{28A0092B-C50C-407E-A947-70E740481C1C}">
                <a14:useLocalDpi xmlns:a14="http://schemas.microsoft.com/office/drawing/2010/main" val="0"/>
              </a:ext>
            </a:extLst>
          </a:blip>
          <a:srcRect t="25084" b="8900"/>
          <a:stretch>
            <a:fillRect/>
          </a:stretch>
        </p:blipFill>
        <p:spPr bwMode="auto">
          <a:xfrm>
            <a:off x="3169920" y="3873178"/>
            <a:ext cx="1959270" cy="2424795"/>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rotWithShape="1">
          <a:blip r:embed="rId7">
            <a:extLst>
              <a:ext uri="{28A0092B-C50C-407E-A947-70E740481C1C}">
                <a14:useLocalDpi xmlns:a14="http://schemas.microsoft.com/office/drawing/2010/main" val="0"/>
              </a:ext>
            </a:extLst>
          </a:blip>
          <a:srcRect t="26889" b="3556"/>
          <a:stretch>
            <a:fillRect/>
          </a:stretch>
        </p:blipFill>
        <p:spPr>
          <a:xfrm>
            <a:off x="5611553" y="3828685"/>
            <a:ext cx="1906851" cy="2424795"/>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4" name="Rectangle 3"/>
          <p:cNvSpPr/>
          <p:nvPr/>
        </p:nvSpPr>
        <p:spPr>
          <a:xfrm>
            <a:off x="307975" y="-11817"/>
            <a:ext cx="3384118" cy="707886"/>
          </a:xfrm>
          <a:prstGeom prst="rect">
            <a:avLst/>
          </a:prstGeom>
        </p:spPr>
        <p:txBody>
          <a:bodyPr wrap="square">
            <a:spAutoFit/>
          </a:bodyPr>
          <a:lstStyle/>
          <a:p>
            <a:pPr marL="571500" indent="-571500">
              <a:buFont typeface="Wingdings" panose="05000000000000000000" pitchFamily="2" charset="2"/>
              <a:buChar char="v"/>
            </a:pPr>
            <a:r>
              <a:rPr lang="en-US" sz="4000" b="1" dirty="0" smtClean="0">
                <a:solidFill>
                  <a:srgbClr val="7030A0"/>
                </a:solidFill>
                <a:latin typeface="Times New Roman" panose="02020603050405020304" charset="0"/>
                <a:cs typeface="Times New Roman" panose="02020603050405020304" charset="0"/>
              </a:rPr>
              <a:t>Output</a:t>
            </a:r>
            <a:endParaRPr lang="en-US" sz="40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9" descr="What is Question and Answers Submissions in SEO?"/>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endParaRPr>
          </a:p>
        </p:txBody>
      </p:sp>
      <p:pic>
        <p:nvPicPr>
          <p:cNvPr id="113" name="Google Shape;113;p19" descr="What is Question and Answers Submissions in SEO?"/>
          <p:cNvPicPr preferRelativeResize="0"/>
          <p:nvPr/>
        </p:nvPicPr>
        <p:blipFill rotWithShape="1">
          <a:blip r:embed="rId1"/>
          <a:srcRect/>
          <a:stretch>
            <a:fillRect/>
          </a:stretch>
        </p:blipFill>
        <p:spPr>
          <a:xfrm>
            <a:off x="2057400" y="1752600"/>
            <a:ext cx="5212080" cy="3257549"/>
          </a:xfrm>
          <a:prstGeom prst="rect">
            <a:avLst/>
          </a:prstGeom>
          <a:noFill/>
          <a:ln>
            <a:noFill/>
          </a:ln>
        </p:spPr>
      </p:pic>
      <p:sp>
        <p:nvSpPr>
          <p:cNvPr id="115" name="Google Shape;115;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n-US"/>
              <a:t>Department of ECE, MIT SOES</a:t>
            </a:r>
            <a:endParaRPr lang="en-US"/>
          </a:p>
        </p:txBody>
      </p:sp>
      <p:sp>
        <p:nvSpPr>
          <p:cNvPr id="116" name="Google Shape;116;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fld>
            <a:endParaRPr lang="en-US"/>
          </a:p>
        </p:txBody>
      </p:sp>
      <p:pic>
        <p:nvPicPr>
          <p:cNvPr id="2" name="Google Shape;97;p1"/>
          <p:cNvPicPr preferRelativeResize="0"/>
          <p:nvPr/>
        </p:nvPicPr>
        <p:blipFill>
          <a:blip r:embed="rId2"/>
          <a:stretch>
            <a:fillRect/>
          </a:stretch>
        </p:blipFill>
        <p:spPr>
          <a:xfrm>
            <a:off x="7269480" y="200933"/>
            <a:ext cx="1709056" cy="576942"/>
          </a:xfrm>
          <a:prstGeom prst="rect">
            <a:avLst/>
          </a:prstGeom>
          <a:noFill/>
          <a:ln>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2" name="Google Shape;122;p20" descr="Text&#10;&#10;Description automatically generated"/>
          <p:cNvPicPr preferRelativeResize="0"/>
          <p:nvPr/>
        </p:nvPicPr>
        <p:blipFill rotWithShape="1">
          <a:blip r:embed="rId1"/>
          <a:srcRect/>
          <a:stretch>
            <a:fillRect/>
          </a:stretch>
        </p:blipFill>
        <p:spPr>
          <a:xfrm>
            <a:off x="1546137" y="2544624"/>
            <a:ext cx="6667500" cy="2219325"/>
          </a:xfrm>
          <a:prstGeom prst="rect">
            <a:avLst/>
          </a:prstGeom>
          <a:noFill/>
          <a:ln>
            <a:noFill/>
          </a:ln>
        </p:spPr>
      </p:pic>
      <p:sp>
        <p:nvSpPr>
          <p:cNvPr id="123" name="Google Shape;123;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n-US"/>
              <a:t>Department of ECE, MIT SOES</a:t>
            </a:r>
            <a:endParaRPr lang="en-US"/>
          </a:p>
        </p:txBody>
      </p:sp>
      <p:sp>
        <p:nvSpPr>
          <p:cNvPr id="124" name="Google Shape;124;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fld id="{00000000-1234-1234-1234-123412341234}" type="slidenum">
              <a:rPr lang="en-US"/>
            </a:fld>
            <a:endParaRPr lang="en-US"/>
          </a:p>
        </p:txBody>
      </p:sp>
      <p:pic>
        <p:nvPicPr>
          <p:cNvPr id="2" name="Google Shape;97;p1"/>
          <p:cNvPicPr preferRelativeResize="0"/>
          <p:nvPr/>
        </p:nvPicPr>
        <p:blipFill>
          <a:blip r:embed="rId2"/>
          <a:stretch>
            <a:fillRect/>
          </a:stretch>
        </p:blipFill>
        <p:spPr>
          <a:xfrm>
            <a:off x="6868885" y="136525"/>
            <a:ext cx="2035628" cy="729343"/>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5845</Words>
  <Application>WPS Presentation</Application>
  <PresentationFormat>On-screen Show (4:3)</PresentationFormat>
  <Paragraphs>196</Paragraphs>
  <Slides>14</Slides>
  <Notes>14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14</vt:i4>
      </vt:variant>
    </vt:vector>
  </HeadingPairs>
  <TitlesOfParts>
    <vt:vector size="26" baseType="lpstr">
      <vt:lpstr>Arial</vt:lpstr>
      <vt:lpstr>SimSun</vt:lpstr>
      <vt:lpstr>Wingdings</vt:lpstr>
      <vt:lpstr>Arial</vt:lpstr>
      <vt:lpstr>Calibri</vt:lpstr>
      <vt:lpstr>Times New Roman</vt:lpstr>
      <vt:lpstr>Times New Roman</vt:lpstr>
      <vt:lpstr>Libre Baskerville</vt:lpstr>
      <vt:lpstr>Calibri</vt:lpstr>
      <vt:lpstr>Microsoft YaHei</vt:lpstr>
      <vt:lpstr>Arial Unicode MS</vt:lpstr>
      <vt:lpstr>Office Theme</vt:lpstr>
      <vt:lpstr>PowerPoint 演示文稿</vt:lpstr>
      <vt:lpstr>Contents</vt:lpstr>
      <vt:lpstr>Introduction</vt:lpstr>
      <vt:lpstr>Problem Statement</vt:lpstr>
      <vt:lpstr>Objectives</vt:lpstr>
      <vt:lpstr>Circuit/Block diagram </vt:lpstr>
      <vt:lpstr>Flowchart</vt:lpstr>
      <vt:lpstr> Discussion on Circuit/Block diagram </vt:lpstr>
      <vt:lpstr>  Work plan Till next presentation   </vt:lpstr>
      <vt:lpstr>Conclusion</vt:lpstr>
      <vt:lpstr>  Refrences  </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tssm</dc:creator>
  <cp:lastModifiedBy>Om sone</cp:lastModifiedBy>
  <cp:revision>24</cp:revision>
  <cp:lastPrinted>2026-03-23T18:28:00Z</cp:lastPrinted>
  <dcterms:created xsi:type="dcterms:W3CDTF">2016-01-21T09:24:00Z</dcterms:created>
  <dcterms:modified xsi:type="dcterms:W3CDTF">2026-03-24T08:44:05Z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36795EB1FD5442CBB93628D7E09C7CB7_13</vt:lpwstr>
  </property>
  <property fmtid="{D5CDD505-2E9C-101B-9397-08002B2CF9AE}" pid="3" name="KSOProductBuildVer">
    <vt:lpwstr>1033-12.1.0.25242</vt:lpwstr>
  </property>
</Properties>
</file>